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948552-DBAA-4DB7-8206-0B14031020C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72147BC1-6B68-4301-A880-478A9761122A}">
      <dgm:prSet/>
      <dgm:spPr/>
      <dgm:t>
        <a:bodyPr/>
        <a:lstStyle/>
        <a:p>
          <a:r>
            <a:rPr lang="en-IN" b="1"/>
            <a:t>✔ Analyze hotel booking data and revenue performance</a:t>
          </a:r>
          <a:endParaRPr lang="en-IN"/>
        </a:p>
      </dgm:t>
    </dgm:pt>
    <dgm:pt modelId="{B666579E-C237-4A85-AF77-1C884EB9B5B9}" type="parTrans" cxnId="{D31D0E63-FAF0-4ADF-B681-7B8B90C40ADE}">
      <dgm:prSet/>
      <dgm:spPr/>
      <dgm:t>
        <a:bodyPr/>
        <a:lstStyle/>
        <a:p>
          <a:endParaRPr lang="en-IN"/>
        </a:p>
      </dgm:t>
    </dgm:pt>
    <dgm:pt modelId="{C563728D-839B-4D63-AFDE-3D2F9A7C1998}" type="sibTrans" cxnId="{D31D0E63-FAF0-4ADF-B681-7B8B90C40ADE}">
      <dgm:prSet/>
      <dgm:spPr/>
      <dgm:t>
        <a:bodyPr/>
        <a:lstStyle/>
        <a:p>
          <a:endParaRPr lang="en-IN"/>
        </a:p>
      </dgm:t>
    </dgm:pt>
    <dgm:pt modelId="{7CC2D3FE-5F94-4D37-A1AC-5DE1765A8997}">
      <dgm:prSet/>
      <dgm:spPr/>
      <dgm:t>
        <a:bodyPr/>
        <a:lstStyle/>
        <a:p>
          <a:r>
            <a:rPr lang="en-IN" b="1"/>
            <a:t>✔ Identify key customer and booking channel insights</a:t>
          </a:r>
          <a:endParaRPr lang="en-IN"/>
        </a:p>
      </dgm:t>
    </dgm:pt>
    <dgm:pt modelId="{C0A08AAE-1C38-452B-8DF7-8B9CE143D7C7}" type="parTrans" cxnId="{F309D02F-2CBD-4884-B1E9-EDF05FE6DC09}">
      <dgm:prSet/>
      <dgm:spPr/>
      <dgm:t>
        <a:bodyPr/>
        <a:lstStyle/>
        <a:p>
          <a:endParaRPr lang="en-IN"/>
        </a:p>
      </dgm:t>
    </dgm:pt>
    <dgm:pt modelId="{09B5B70A-DB4B-4398-BFE1-4C332DF20891}" type="sibTrans" cxnId="{F309D02F-2CBD-4884-B1E9-EDF05FE6DC09}">
      <dgm:prSet/>
      <dgm:spPr/>
      <dgm:t>
        <a:bodyPr/>
        <a:lstStyle/>
        <a:p>
          <a:endParaRPr lang="en-IN"/>
        </a:p>
      </dgm:t>
    </dgm:pt>
    <dgm:pt modelId="{3CDB3CDA-A2ED-4737-A852-713F90DD4435}">
      <dgm:prSet/>
      <dgm:spPr/>
      <dgm:t>
        <a:bodyPr/>
        <a:lstStyle/>
        <a:p>
          <a:r>
            <a:rPr lang="en-IN" b="1"/>
            <a:t>✔ Understand occupancy and pricing patterns</a:t>
          </a:r>
          <a:endParaRPr lang="en-IN"/>
        </a:p>
      </dgm:t>
    </dgm:pt>
    <dgm:pt modelId="{3E1BE9A0-3EF1-439C-8A0B-60C74E28D623}" type="parTrans" cxnId="{9471B6C0-232A-44BE-B7DE-49AA3F58BF38}">
      <dgm:prSet/>
      <dgm:spPr/>
      <dgm:t>
        <a:bodyPr/>
        <a:lstStyle/>
        <a:p>
          <a:endParaRPr lang="en-IN"/>
        </a:p>
      </dgm:t>
    </dgm:pt>
    <dgm:pt modelId="{7168D820-F104-401E-9E90-DE4CC78CB7A9}" type="sibTrans" cxnId="{9471B6C0-232A-44BE-B7DE-49AA3F58BF38}">
      <dgm:prSet/>
      <dgm:spPr/>
      <dgm:t>
        <a:bodyPr/>
        <a:lstStyle/>
        <a:p>
          <a:endParaRPr lang="en-IN"/>
        </a:p>
      </dgm:t>
    </dgm:pt>
    <dgm:pt modelId="{E05E172A-89BE-4E6D-B809-5EF2D525E64B}">
      <dgm:prSet/>
      <dgm:spPr/>
      <dgm:t>
        <a:bodyPr/>
        <a:lstStyle/>
        <a:p>
          <a:r>
            <a:rPr lang="en-IN" b="1"/>
            <a:t>✔ Detect cancellation behavior and risks</a:t>
          </a:r>
          <a:endParaRPr lang="en-IN"/>
        </a:p>
      </dgm:t>
    </dgm:pt>
    <dgm:pt modelId="{D6A90598-043D-45A3-B75F-9697AC5B6867}" type="parTrans" cxnId="{09E96712-9DEA-458E-847B-29F7B51C1327}">
      <dgm:prSet/>
      <dgm:spPr/>
      <dgm:t>
        <a:bodyPr/>
        <a:lstStyle/>
        <a:p>
          <a:endParaRPr lang="en-IN"/>
        </a:p>
      </dgm:t>
    </dgm:pt>
    <dgm:pt modelId="{1914F17E-12F7-428B-8ADB-861F853B884F}" type="sibTrans" cxnId="{09E96712-9DEA-458E-847B-29F7B51C1327}">
      <dgm:prSet/>
      <dgm:spPr/>
      <dgm:t>
        <a:bodyPr/>
        <a:lstStyle/>
        <a:p>
          <a:endParaRPr lang="en-IN"/>
        </a:p>
      </dgm:t>
    </dgm:pt>
    <dgm:pt modelId="{7FE61889-1F3D-4C34-BCAD-9FF02424BF2A}">
      <dgm:prSet/>
      <dgm:spPr/>
      <dgm:t>
        <a:bodyPr/>
        <a:lstStyle/>
        <a:p>
          <a:r>
            <a:rPr lang="en-IN" b="1"/>
            <a:t>✔ Provide business insights using Power BI dashboard</a:t>
          </a:r>
          <a:endParaRPr lang="en-IN"/>
        </a:p>
      </dgm:t>
    </dgm:pt>
    <dgm:pt modelId="{9EE0E83C-D6EC-4D80-A317-3F1887A7E3B4}" type="parTrans" cxnId="{0DC033B6-B7D7-4A54-B835-54ADD8841E87}">
      <dgm:prSet/>
      <dgm:spPr/>
      <dgm:t>
        <a:bodyPr/>
        <a:lstStyle/>
        <a:p>
          <a:endParaRPr lang="en-IN"/>
        </a:p>
      </dgm:t>
    </dgm:pt>
    <dgm:pt modelId="{804FAB00-531B-4FAF-AECB-78A82F9936CE}" type="sibTrans" cxnId="{0DC033B6-B7D7-4A54-B835-54ADD8841E87}">
      <dgm:prSet/>
      <dgm:spPr/>
      <dgm:t>
        <a:bodyPr/>
        <a:lstStyle/>
        <a:p>
          <a:endParaRPr lang="en-IN"/>
        </a:p>
      </dgm:t>
    </dgm:pt>
    <dgm:pt modelId="{1093BE1E-FE5B-432D-A667-8594004803EB}" type="pres">
      <dgm:prSet presAssocID="{1A948552-DBAA-4DB7-8206-0B14031020CB}" presName="linear" presStyleCnt="0">
        <dgm:presLayoutVars>
          <dgm:animLvl val="lvl"/>
          <dgm:resizeHandles val="exact"/>
        </dgm:presLayoutVars>
      </dgm:prSet>
      <dgm:spPr/>
    </dgm:pt>
    <dgm:pt modelId="{668AC850-9002-4508-8D52-C1CF80473742}" type="pres">
      <dgm:prSet presAssocID="{72147BC1-6B68-4301-A880-478A9761122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BA15806-EA6F-4973-8D93-65602801B93F}" type="pres">
      <dgm:prSet presAssocID="{C563728D-839B-4D63-AFDE-3D2F9A7C1998}" presName="spacer" presStyleCnt="0"/>
      <dgm:spPr/>
    </dgm:pt>
    <dgm:pt modelId="{3F983767-E3E0-4E34-9E27-483048F57DCF}" type="pres">
      <dgm:prSet presAssocID="{7CC2D3FE-5F94-4D37-A1AC-5DE1765A899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8CDA6D8-6E9F-4795-9CED-40DC0255564A}" type="pres">
      <dgm:prSet presAssocID="{09B5B70A-DB4B-4398-BFE1-4C332DF20891}" presName="spacer" presStyleCnt="0"/>
      <dgm:spPr/>
    </dgm:pt>
    <dgm:pt modelId="{7E69CD32-30AF-4584-A151-13E3C6AD1E14}" type="pres">
      <dgm:prSet presAssocID="{3CDB3CDA-A2ED-4737-A852-713F90DD443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C191F2E-D95F-4EF5-AC1E-B1360DF4267D}" type="pres">
      <dgm:prSet presAssocID="{7168D820-F104-401E-9E90-DE4CC78CB7A9}" presName="spacer" presStyleCnt="0"/>
      <dgm:spPr/>
    </dgm:pt>
    <dgm:pt modelId="{A80242DC-FBFC-4A53-B22D-AE00D2EE7305}" type="pres">
      <dgm:prSet presAssocID="{E05E172A-89BE-4E6D-B809-5EF2D525E64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9492504-9732-4AC2-BE94-A343660378D9}" type="pres">
      <dgm:prSet presAssocID="{1914F17E-12F7-428B-8ADB-861F853B884F}" presName="spacer" presStyleCnt="0"/>
      <dgm:spPr/>
    </dgm:pt>
    <dgm:pt modelId="{7B00EA4C-25F9-4D7D-98F4-7BE3BD61F773}" type="pres">
      <dgm:prSet presAssocID="{7FE61889-1F3D-4C34-BCAD-9FF02424BF2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9E96712-9DEA-458E-847B-29F7B51C1327}" srcId="{1A948552-DBAA-4DB7-8206-0B14031020CB}" destId="{E05E172A-89BE-4E6D-B809-5EF2D525E64B}" srcOrd="3" destOrd="0" parTransId="{D6A90598-043D-45A3-B75F-9697AC5B6867}" sibTransId="{1914F17E-12F7-428B-8ADB-861F853B884F}"/>
    <dgm:cxn modelId="{6AD4C51D-0188-420C-81EA-8B562F2F898D}" type="presOf" srcId="{7FE61889-1F3D-4C34-BCAD-9FF02424BF2A}" destId="{7B00EA4C-25F9-4D7D-98F4-7BE3BD61F773}" srcOrd="0" destOrd="0" presId="urn:microsoft.com/office/officeart/2005/8/layout/vList2"/>
    <dgm:cxn modelId="{F309D02F-2CBD-4884-B1E9-EDF05FE6DC09}" srcId="{1A948552-DBAA-4DB7-8206-0B14031020CB}" destId="{7CC2D3FE-5F94-4D37-A1AC-5DE1765A8997}" srcOrd="1" destOrd="0" parTransId="{C0A08AAE-1C38-452B-8DF7-8B9CE143D7C7}" sibTransId="{09B5B70A-DB4B-4398-BFE1-4C332DF20891}"/>
    <dgm:cxn modelId="{9B2C8A31-80B3-41FC-8AAB-2D17298A2EE2}" type="presOf" srcId="{E05E172A-89BE-4E6D-B809-5EF2D525E64B}" destId="{A80242DC-FBFC-4A53-B22D-AE00D2EE7305}" srcOrd="0" destOrd="0" presId="urn:microsoft.com/office/officeart/2005/8/layout/vList2"/>
    <dgm:cxn modelId="{D31D0E63-FAF0-4ADF-B681-7B8B90C40ADE}" srcId="{1A948552-DBAA-4DB7-8206-0B14031020CB}" destId="{72147BC1-6B68-4301-A880-478A9761122A}" srcOrd="0" destOrd="0" parTransId="{B666579E-C237-4A85-AF77-1C884EB9B5B9}" sibTransId="{C563728D-839B-4D63-AFDE-3D2F9A7C1998}"/>
    <dgm:cxn modelId="{EE55DE4D-355D-42C1-88EB-86E2F6F9C700}" type="presOf" srcId="{3CDB3CDA-A2ED-4737-A852-713F90DD4435}" destId="{7E69CD32-30AF-4584-A151-13E3C6AD1E14}" srcOrd="0" destOrd="0" presId="urn:microsoft.com/office/officeart/2005/8/layout/vList2"/>
    <dgm:cxn modelId="{179AAD94-313F-46BC-99DA-1450C16565D2}" type="presOf" srcId="{1A948552-DBAA-4DB7-8206-0B14031020CB}" destId="{1093BE1E-FE5B-432D-A667-8594004803EB}" srcOrd="0" destOrd="0" presId="urn:microsoft.com/office/officeart/2005/8/layout/vList2"/>
    <dgm:cxn modelId="{DB7FBCAA-912F-4703-8E25-586A687E0168}" type="presOf" srcId="{7CC2D3FE-5F94-4D37-A1AC-5DE1765A8997}" destId="{3F983767-E3E0-4E34-9E27-483048F57DCF}" srcOrd="0" destOrd="0" presId="urn:microsoft.com/office/officeart/2005/8/layout/vList2"/>
    <dgm:cxn modelId="{0DC033B6-B7D7-4A54-B835-54ADD8841E87}" srcId="{1A948552-DBAA-4DB7-8206-0B14031020CB}" destId="{7FE61889-1F3D-4C34-BCAD-9FF02424BF2A}" srcOrd="4" destOrd="0" parTransId="{9EE0E83C-D6EC-4D80-A317-3F1887A7E3B4}" sibTransId="{804FAB00-531B-4FAF-AECB-78A82F9936CE}"/>
    <dgm:cxn modelId="{9471B6C0-232A-44BE-B7DE-49AA3F58BF38}" srcId="{1A948552-DBAA-4DB7-8206-0B14031020CB}" destId="{3CDB3CDA-A2ED-4737-A852-713F90DD4435}" srcOrd="2" destOrd="0" parTransId="{3E1BE9A0-3EF1-439C-8A0B-60C74E28D623}" sibTransId="{7168D820-F104-401E-9E90-DE4CC78CB7A9}"/>
    <dgm:cxn modelId="{6B3466EA-B659-495F-9667-55A0B4857624}" type="presOf" srcId="{72147BC1-6B68-4301-A880-478A9761122A}" destId="{668AC850-9002-4508-8D52-C1CF80473742}" srcOrd="0" destOrd="0" presId="urn:microsoft.com/office/officeart/2005/8/layout/vList2"/>
    <dgm:cxn modelId="{1A6D706B-5308-42E0-8ED9-312D623E17F5}" type="presParOf" srcId="{1093BE1E-FE5B-432D-A667-8594004803EB}" destId="{668AC850-9002-4508-8D52-C1CF80473742}" srcOrd="0" destOrd="0" presId="urn:microsoft.com/office/officeart/2005/8/layout/vList2"/>
    <dgm:cxn modelId="{F141B718-5366-4B65-9733-5D944EBE341E}" type="presParOf" srcId="{1093BE1E-FE5B-432D-A667-8594004803EB}" destId="{9BA15806-EA6F-4973-8D93-65602801B93F}" srcOrd="1" destOrd="0" presId="urn:microsoft.com/office/officeart/2005/8/layout/vList2"/>
    <dgm:cxn modelId="{5EE398D6-3CD1-45B3-BB03-6001B2412594}" type="presParOf" srcId="{1093BE1E-FE5B-432D-A667-8594004803EB}" destId="{3F983767-E3E0-4E34-9E27-483048F57DCF}" srcOrd="2" destOrd="0" presId="urn:microsoft.com/office/officeart/2005/8/layout/vList2"/>
    <dgm:cxn modelId="{60A3A24F-8306-49CD-A68F-F1BF667F7461}" type="presParOf" srcId="{1093BE1E-FE5B-432D-A667-8594004803EB}" destId="{18CDA6D8-6E9F-4795-9CED-40DC0255564A}" srcOrd="3" destOrd="0" presId="urn:microsoft.com/office/officeart/2005/8/layout/vList2"/>
    <dgm:cxn modelId="{70033ACE-1AAA-4D56-97ED-785EACCFEE22}" type="presParOf" srcId="{1093BE1E-FE5B-432D-A667-8594004803EB}" destId="{7E69CD32-30AF-4584-A151-13E3C6AD1E14}" srcOrd="4" destOrd="0" presId="urn:microsoft.com/office/officeart/2005/8/layout/vList2"/>
    <dgm:cxn modelId="{6E02B59D-63F4-4DE4-B06B-22E59D221DEC}" type="presParOf" srcId="{1093BE1E-FE5B-432D-A667-8594004803EB}" destId="{8C191F2E-D95F-4EF5-AC1E-B1360DF4267D}" srcOrd="5" destOrd="0" presId="urn:microsoft.com/office/officeart/2005/8/layout/vList2"/>
    <dgm:cxn modelId="{92ECE742-7A7B-4405-BBB2-8B3E9F27B7A9}" type="presParOf" srcId="{1093BE1E-FE5B-432D-A667-8594004803EB}" destId="{A80242DC-FBFC-4A53-B22D-AE00D2EE7305}" srcOrd="6" destOrd="0" presId="urn:microsoft.com/office/officeart/2005/8/layout/vList2"/>
    <dgm:cxn modelId="{B5A107B1-1841-41E5-8F1E-F2F5857381DB}" type="presParOf" srcId="{1093BE1E-FE5B-432D-A667-8594004803EB}" destId="{F9492504-9732-4AC2-BE94-A343660378D9}" srcOrd="7" destOrd="0" presId="urn:microsoft.com/office/officeart/2005/8/layout/vList2"/>
    <dgm:cxn modelId="{83E58873-A62A-4537-B406-93C6A1813AC4}" type="presParOf" srcId="{1093BE1E-FE5B-432D-A667-8594004803EB}" destId="{7B00EA4C-25F9-4D7D-98F4-7BE3BD61F77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997D84-CE91-4C03-B054-9C840E834AE4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C9D93ECD-E35A-4B55-981D-8F4975776FD2}">
      <dgm:prSet/>
      <dgm:spPr/>
      <dgm:t>
        <a:bodyPr/>
        <a:lstStyle/>
        <a:p>
          <a:r>
            <a:rPr lang="en-IN" b="1" dirty="0"/>
            <a:t>Dataset: Hotel Booking Demand Dataset</a:t>
          </a:r>
          <a:endParaRPr lang="en-IN" dirty="0"/>
        </a:p>
      </dgm:t>
    </dgm:pt>
    <dgm:pt modelId="{A71D23DB-2377-4CB6-A91F-01C67A5EAB35}" type="parTrans" cxnId="{8AEBF4A8-A402-492E-98CD-83DEA2E5F32F}">
      <dgm:prSet/>
      <dgm:spPr/>
      <dgm:t>
        <a:bodyPr/>
        <a:lstStyle/>
        <a:p>
          <a:endParaRPr lang="en-IN"/>
        </a:p>
      </dgm:t>
    </dgm:pt>
    <dgm:pt modelId="{D8FBA5D1-8B89-4C91-A9C3-D37C5445E821}" type="sibTrans" cxnId="{8AEBF4A8-A402-492E-98CD-83DEA2E5F32F}">
      <dgm:prSet/>
      <dgm:spPr/>
      <dgm:t>
        <a:bodyPr/>
        <a:lstStyle/>
        <a:p>
          <a:endParaRPr lang="en-IN"/>
        </a:p>
      </dgm:t>
    </dgm:pt>
    <dgm:pt modelId="{3773180F-566E-447F-B0EE-187378D62041}">
      <dgm:prSet/>
      <dgm:spPr/>
      <dgm:t>
        <a:bodyPr/>
        <a:lstStyle/>
        <a:p>
          <a:r>
            <a:rPr lang="en-IN" b="1"/>
            <a:t>Source: Kaggle</a:t>
          </a:r>
          <a:endParaRPr lang="en-IN"/>
        </a:p>
      </dgm:t>
    </dgm:pt>
    <dgm:pt modelId="{AC88B2FA-3096-4F4A-BACC-68B4AC842D06}" type="parTrans" cxnId="{81E924AE-B6B1-4840-8065-64F0EFF51A8A}">
      <dgm:prSet/>
      <dgm:spPr/>
      <dgm:t>
        <a:bodyPr/>
        <a:lstStyle/>
        <a:p>
          <a:endParaRPr lang="en-IN"/>
        </a:p>
      </dgm:t>
    </dgm:pt>
    <dgm:pt modelId="{56EA75FD-D529-422C-BEF7-838820303E9B}" type="sibTrans" cxnId="{81E924AE-B6B1-4840-8065-64F0EFF51A8A}">
      <dgm:prSet/>
      <dgm:spPr/>
      <dgm:t>
        <a:bodyPr/>
        <a:lstStyle/>
        <a:p>
          <a:endParaRPr lang="en-IN"/>
        </a:p>
      </dgm:t>
    </dgm:pt>
    <dgm:pt modelId="{DB2F79D9-5660-4D53-9E33-7A36042A6BB0}">
      <dgm:prSet/>
      <dgm:spPr/>
      <dgm:t>
        <a:bodyPr/>
        <a:lstStyle/>
        <a:p>
          <a:r>
            <a:rPr lang="en-IN" b="1"/>
            <a:t>Records after cleaning: 117,399</a:t>
          </a:r>
          <a:endParaRPr lang="en-IN"/>
        </a:p>
      </dgm:t>
    </dgm:pt>
    <dgm:pt modelId="{62A7B35C-350D-401F-8124-80537B12DB13}" type="parTrans" cxnId="{F5AB6A6D-BFD4-4183-B50E-64F816465B26}">
      <dgm:prSet/>
      <dgm:spPr/>
      <dgm:t>
        <a:bodyPr/>
        <a:lstStyle/>
        <a:p>
          <a:endParaRPr lang="en-IN"/>
        </a:p>
      </dgm:t>
    </dgm:pt>
    <dgm:pt modelId="{DD0403CE-475B-4A73-9187-889A126282E5}" type="sibTrans" cxnId="{F5AB6A6D-BFD4-4183-B50E-64F816465B26}">
      <dgm:prSet/>
      <dgm:spPr/>
      <dgm:t>
        <a:bodyPr/>
        <a:lstStyle/>
        <a:p>
          <a:endParaRPr lang="en-IN"/>
        </a:p>
      </dgm:t>
    </dgm:pt>
    <dgm:pt modelId="{887B9866-40B2-4F68-8A19-3B8B81BC56D7}">
      <dgm:prSet/>
      <dgm:spPr/>
      <dgm:t>
        <a:bodyPr/>
        <a:lstStyle/>
        <a:p>
          <a:r>
            <a:rPr lang="en-IN" b="1"/>
            <a:t>Number of Features: 32</a:t>
          </a:r>
          <a:endParaRPr lang="en-IN"/>
        </a:p>
      </dgm:t>
    </dgm:pt>
    <dgm:pt modelId="{BAB675DC-F1DF-48F2-8347-E3625C8D8588}" type="parTrans" cxnId="{4AF30EDC-B465-44DB-ADB9-7BB1DA9F8086}">
      <dgm:prSet/>
      <dgm:spPr/>
      <dgm:t>
        <a:bodyPr/>
        <a:lstStyle/>
        <a:p>
          <a:endParaRPr lang="en-IN"/>
        </a:p>
      </dgm:t>
    </dgm:pt>
    <dgm:pt modelId="{012805DD-AEF8-415D-862B-0DC4AD662B7F}" type="sibTrans" cxnId="{4AF30EDC-B465-44DB-ADB9-7BB1DA9F8086}">
      <dgm:prSet/>
      <dgm:spPr/>
      <dgm:t>
        <a:bodyPr/>
        <a:lstStyle/>
        <a:p>
          <a:endParaRPr lang="en-IN"/>
        </a:p>
      </dgm:t>
    </dgm:pt>
    <dgm:pt modelId="{F787E319-3530-4957-9A92-F583FCF08954}">
      <dgm:prSet/>
      <dgm:spPr/>
      <dgm:t>
        <a:bodyPr/>
        <a:lstStyle/>
        <a:p>
          <a:r>
            <a:rPr lang="en-IN" b="1"/>
            <a:t>Major Columns:</a:t>
          </a:r>
          <a:endParaRPr lang="en-IN"/>
        </a:p>
      </dgm:t>
    </dgm:pt>
    <dgm:pt modelId="{57E08871-2AA1-4DE6-A6CC-5090384588D4}" type="parTrans" cxnId="{69C9A72F-422B-4B0A-8B93-563D33BD84D7}">
      <dgm:prSet/>
      <dgm:spPr/>
      <dgm:t>
        <a:bodyPr/>
        <a:lstStyle/>
        <a:p>
          <a:endParaRPr lang="en-IN"/>
        </a:p>
      </dgm:t>
    </dgm:pt>
    <dgm:pt modelId="{435535F8-9FDD-4350-A99B-2ECEC1A14D04}" type="sibTrans" cxnId="{69C9A72F-422B-4B0A-8B93-563D33BD84D7}">
      <dgm:prSet/>
      <dgm:spPr/>
      <dgm:t>
        <a:bodyPr/>
        <a:lstStyle/>
        <a:p>
          <a:endParaRPr lang="en-IN"/>
        </a:p>
      </dgm:t>
    </dgm:pt>
    <dgm:pt modelId="{880C23DD-7E76-4552-85F0-A4132659574C}">
      <dgm:prSet/>
      <dgm:spPr/>
      <dgm:t>
        <a:bodyPr/>
        <a:lstStyle/>
        <a:p>
          <a:r>
            <a:rPr lang="en-IN" b="1" dirty="0"/>
            <a:t> Hotel, ADR, Total Nights, Market Segment, Customer Type</a:t>
          </a:r>
          <a:endParaRPr lang="en-IN" dirty="0"/>
        </a:p>
      </dgm:t>
    </dgm:pt>
    <dgm:pt modelId="{89314F17-46E7-4289-B3CE-C139EBC6F686}" type="parTrans" cxnId="{313F949B-F8BC-44E9-A284-BF1A15DC5A99}">
      <dgm:prSet/>
      <dgm:spPr/>
      <dgm:t>
        <a:bodyPr/>
        <a:lstStyle/>
        <a:p>
          <a:endParaRPr lang="en-IN"/>
        </a:p>
      </dgm:t>
    </dgm:pt>
    <dgm:pt modelId="{CA066BF9-5D58-4BBD-9B67-9EDDAD6EAC10}" type="sibTrans" cxnId="{313F949B-F8BC-44E9-A284-BF1A15DC5A99}">
      <dgm:prSet/>
      <dgm:spPr/>
      <dgm:t>
        <a:bodyPr/>
        <a:lstStyle/>
        <a:p>
          <a:endParaRPr lang="en-IN"/>
        </a:p>
      </dgm:t>
    </dgm:pt>
    <dgm:pt modelId="{E2792024-CE43-4542-85F4-C152BF1D4A3F}">
      <dgm:prSet/>
      <dgm:spPr/>
      <dgm:t>
        <a:bodyPr/>
        <a:lstStyle/>
        <a:p>
          <a:r>
            <a:rPr lang="en-IN" b="1" dirty="0"/>
            <a:t> Arrival Dates, Distribution Channel, Reservation Status</a:t>
          </a:r>
          <a:endParaRPr lang="en-IN" dirty="0"/>
        </a:p>
      </dgm:t>
    </dgm:pt>
    <dgm:pt modelId="{CD68CAB6-D4B5-4A79-9D27-6A4C1CDF73FC}" type="parTrans" cxnId="{EE30F7CC-B6E7-4EB5-93F9-C65C4D73B4EA}">
      <dgm:prSet/>
      <dgm:spPr/>
      <dgm:t>
        <a:bodyPr/>
        <a:lstStyle/>
        <a:p>
          <a:endParaRPr lang="en-IN"/>
        </a:p>
      </dgm:t>
    </dgm:pt>
    <dgm:pt modelId="{096DCEA2-B228-49DE-AB2F-7D21963BD521}" type="sibTrans" cxnId="{EE30F7CC-B6E7-4EB5-93F9-C65C4D73B4EA}">
      <dgm:prSet/>
      <dgm:spPr/>
      <dgm:t>
        <a:bodyPr/>
        <a:lstStyle/>
        <a:p>
          <a:endParaRPr lang="en-IN"/>
        </a:p>
      </dgm:t>
    </dgm:pt>
    <dgm:pt modelId="{D55B956C-E8F0-47D8-A7A3-8F150B5532BA}">
      <dgm:prSet/>
      <dgm:spPr/>
    </dgm:pt>
    <dgm:pt modelId="{93193A22-1494-4E33-9A51-8541DC37F1FB}" type="parTrans" cxnId="{DCEAC1E2-189B-426F-9F5C-2822247C73DC}">
      <dgm:prSet/>
      <dgm:spPr/>
      <dgm:t>
        <a:bodyPr/>
        <a:lstStyle/>
        <a:p>
          <a:endParaRPr lang="en-IN"/>
        </a:p>
      </dgm:t>
    </dgm:pt>
    <dgm:pt modelId="{04F3CBF5-9B63-4F01-AB21-C8E371C38FD1}" type="sibTrans" cxnId="{DCEAC1E2-189B-426F-9F5C-2822247C73DC}">
      <dgm:prSet/>
      <dgm:spPr/>
      <dgm:t>
        <a:bodyPr/>
        <a:lstStyle/>
        <a:p>
          <a:endParaRPr lang="en-IN"/>
        </a:p>
      </dgm:t>
    </dgm:pt>
    <dgm:pt modelId="{12CA7EB2-EBB9-4654-B606-F6BA4395D78A}" type="pres">
      <dgm:prSet presAssocID="{D7997D84-CE91-4C03-B054-9C840E834AE4}" presName="Name0" presStyleCnt="0">
        <dgm:presLayoutVars>
          <dgm:chMax val="7"/>
          <dgm:chPref val="7"/>
          <dgm:dir/>
        </dgm:presLayoutVars>
      </dgm:prSet>
      <dgm:spPr/>
    </dgm:pt>
    <dgm:pt modelId="{086924B6-8884-4ADA-A259-9E2FABFE742A}" type="pres">
      <dgm:prSet presAssocID="{D7997D84-CE91-4C03-B054-9C840E834AE4}" presName="Name1" presStyleCnt="0"/>
      <dgm:spPr/>
    </dgm:pt>
    <dgm:pt modelId="{D435F6C1-CEC5-4CAB-8867-B41EDA0A1957}" type="pres">
      <dgm:prSet presAssocID="{D7997D84-CE91-4C03-B054-9C840E834AE4}" presName="cycle" presStyleCnt="0"/>
      <dgm:spPr/>
    </dgm:pt>
    <dgm:pt modelId="{0EBA0613-3E23-4C36-9995-1139A833C563}" type="pres">
      <dgm:prSet presAssocID="{D7997D84-CE91-4C03-B054-9C840E834AE4}" presName="srcNode" presStyleLbl="node1" presStyleIdx="0" presStyleCnt="7"/>
      <dgm:spPr/>
    </dgm:pt>
    <dgm:pt modelId="{944D9181-7C4D-4A63-AC2F-55C7C9CE7D3A}" type="pres">
      <dgm:prSet presAssocID="{D7997D84-CE91-4C03-B054-9C840E834AE4}" presName="conn" presStyleLbl="parChTrans1D2" presStyleIdx="0" presStyleCnt="1"/>
      <dgm:spPr/>
    </dgm:pt>
    <dgm:pt modelId="{2309151A-FC32-4DB8-86E6-EB4AC39BC177}" type="pres">
      <dgm:prSet presAssocID="{D7997D84-CE91-4C03-B054-9C840E834AE4}" presName="extraNode" presStyleLbl="node1" presStyleIdx="0" presStyleCnt="7"/>
      <dgm:spPr/>
    </dgm:pt>
    <dgm:pt modelId="{A857C2E6-8454-4991-9A56-60AFD30112DF}" type="pres">
      <dgm:prSet presAssocID="{D7997D84-CE91-4C03-B054-9C840E834AE4}" presName="dstNode" presStyleLbl="node1" presStyleIdx="0" presStyleCnt="7"/>
      <dgm:spPr/>
    </dgm:pt>
    <dgm:pt modelId="{991EC032-93DA-42D5-AEAF-0F708A299A96}" type="pres">
      <dgm:prSet presAssocID="{C9D93ECD-E35A-4B55-981D-8F4975776FD2}" presName="text_1" presStyleLbl="node1" presStyleIdx="0" presStyleCnt="7">
        <dgm:presLayoutVars>
          <dgm:bulletEnabled val="1"/>
        </dgm:presLayoutVars>
      </dgm:prSet>
      <dgm:spPr/>
    </dgm:pt>
    <dgm:pt modelId="{AA94EC5E-A41D-4CAF-B67A-D31BD9C334B3}" type="pres">
      <dgm:prSet presAssocID="{C9D93ECD-E35A-4B55-981D-8F4975776FD2}" presName="accent_1" presStyleCnt="0"/>
      <dgm:spPr/>
    </dgm:pt>
    <dgm:pt modelId="{08E54166-C210-4DED-BC73-E8F4FF838654}" type="pres">
      <dgm:prSet presAssocID="{C9D93ECD-E35A-4B55-981D-8F4975776FD2}" presName="accentRepeatNode" presStyleLbl="solidFgAcc1" presStyleIdx="0" presStyleCnt="7"/>
      <dgm:spPr/>
    </dgm:pt>
    <dgm:pt modelId="{7CF45BED-90C1-4158-8B07-9F0A1783C9C2}" type="pres">
      <dgm:prSet presAssocID="{3773180F-566E-447F-B0EE-187378D62041}" presName="text_2" presStyleLbl="node1" presStyleIdx="1" presStyleCnt="7">
        <dgm:presLayoutVars>
          <dgm:bulletEnabled val="1"/>
        </dgm:presLayoutVars>
      </dgm:prSet>
      <dgm:spPr/>
    </dgm:pt>
    <dgm:pt modelId="{73D534D5-4AEC-4C49-895A-B52669825FD6}" type="pres">
      <dgm:prSet presAssocID="{3773180F-566E-447F-B0EE-187378D62041}" presName="accent_2" presStyleCnt="0"/>
      <dgm:spPr/>
    </dgm:pt>
    <dgm:pt modelId="{84347C0F-D591-4AE0-BA3A-6C82898F9AC4}" type="pres">
      <dgm:prSet presAssocID="{3773180F-566E-447F-B0EE-187378D62041}" presName="accentRepeatNode" presStyleLbl="solidFgAcc1" presStyleIdx="1" presStyleCnt="7"/>
      <dgm:spPr/>
    </dgm:pt>
    <dgm:pt modelId="{7317278A-3726-4D2C-96B3-C4C0EB4514F1}" type="pres">
      <dgm:prSet presAssocID="{DB2F79D9-5660-4D53-9E33-7A36042A6BB0}" presName="text_3" presStyleLbl="node1" presStyleIdx="2" presStyleCnt="7">
        <dgm:presLayoutVars>
          <dgm:bulletEnabled val="1"/>
        </dgm:presLayoutVars>
      </dgm:prSet>
      <dgm:spPr/>
    </dgm:pt>
    <dgm:pt modelId="{1A6D0892-CA5D-4F43-BCEB-07DCEEF36E55}" type="pres">
      <dgm:prSet presAssocID="{DB2F79D9-5660-4D53-9E33-7A36042A6BB0}" presName="accent_3" presStyleCnt="0"/>
      <dgm:spPr/>
    </dgm:pt>
    <dgm:pt modelId="{26E82334-2988-4E65-9356-8FC92DA757F7}" type="pres">
      <dgm:prSet presAssocID="{DB2F79D9-5660-4D53-9E33-7A36042A6BB0}" presName="accentRepeatNode" presStyleLbl="solidFgAcc1" presStyleIdx="2" presStyleCnt="7"/>
      <dgm:spPr/>
    </dgm:pt>
    <dgm:pt modelId="{3DD3FEA1-352E-4928-92F4-184E59BE8AE2}" type="pres">
      <dgm:prSet presAssocID="{887B9866-40B2-4F68-8A19-3B8B81BC56D7}" presName="text_4" presStyleLbl="node1" presStyleIdx="3" presStyleCnt="7">
        <dgm:presLayoutVars>
          <dgm:bulletEnabled val="1"/>
        </dgm:presLayoutVars>
      </dgm:prSet>
      <dgm:spPr/>
    </dgm:pt>
    <dgm:pt modelId="{1FB4A66C-0E33-436B-AB75-6B40F7ABE933}" type="pres">
      <dgm:prSet presAssocID="{887B9866-40B2-4F68-8A19-3B8B81BC56D7}" presName="accent_4" presStyleCnt="0"/>
      <dgm:spPr/>
    </dgm:pt>
    <dgm:pt modelId="{F5C91880-7972-4134-A976-07D1B1269B73}" type="pres">
      <dgm:prSet presAssocID="{887B9866-40B2-4F68-8A19-3B8B81BC56D7}" presName="accentRepeatNode" presStyleLbl="solidFgAcc1" presStyleIdx="3" presStyleCnt="7"/>
      <dgm:spPr/>
    </dgm:pt>
    <dgm:pt modelId="{BD93C042-02AA-47E4-9E8A-3BE8C56FBE88}" type="pres">
      <dgm:prSet presAssocID="{F787E319-3530-4957-9A92-F583FCF08954}" presName="text_5" presStyleLbl="node1" presStyleIdx="4" presStyleCnt="7">
        <dgm:presLayoutVars>
          <dgm:bulletEnabled val="1"/>
        </dgm:presLayoutVars>
      </dgm:prSet>
      <dgm:spPr/>
    </dgm:pt>
    <dgm:pt modelId="{53CE8A2A-2315-4149-A981-1202817515E1}" type="pres">
      <dgm:prSet presAssocID="{F787E319-3530-4957-9A92-F583FCF08954}" presName="accent_5" presStyleCnt="0"/>
      <dgm:spPr/>
    </dgm:pt>
    <dgm:pt modelId="{F6C08CED-E9DA-46D8-837F-BB016B2B13CA}" type="pres">
      <dgm:prSet presAssocID="{F787E319-3530-4957-9A92-F583FCF08954}" presName="accentRepeatNode" presStyleLbl="solidFgAcc1" presStyleIdx="4" presStyleCnt="7"/>
      <dgm:spPr/>
    </dgm:pt>
    <dgm:pt modelId="{1F187C2D-E73E-4715-8BA8-636879AA46B1}" type="pres">
      <dgm:prSet presAssocID="{880C23DD-7E76-4552-85F0-A4132659574C}" presName="text_6" presStyleLbl="node1" presStyleIdx="5" presStyleCnt="7">
        <dgm:presLayoutVars>
          <dgm:bulletEnabled val="1"/>
        </dgm:presLayoutVars>
      </dgm:prSet>
      <dgm:spPr/>
    </dgm:pt>
    <dgm:pt modelId="{84AF7A9D-6B40-466A-9D8D-70572992C8F6}" type="pres">
      <dgm:prSet presAssocID="{880C23DD-7E76-4552-85F0-A4132659574C}" presName="accent_6" presStyleCnt="0"/>
      <dgm:spPr/>
    </dgm:pt>
    <dgm:pt modelId="{278B1DBD-D1D7-43AF-87CB-712595B8C1FD}" type="pres">
      <dgm:prSet presAssocID="{880C23DD-7E76-4552-85F0-A4132659574C}" presName="accentRepeatNode" presStyleLbl="solidFgAcc1" presStyleIdx="5" presStyleCnt="7"/>
      <dgm:spPr/>
    </dgm:pt>
    <dgm:pt modelId="{8C1AA24A-1408-4D0F-AEE5-C04B0F00114C}" type="pres">
      <dgm:prSet presAssocID="{E2792024-CE43-4542-85F4-C152BF1D4A3F}" presName="text_7" presStyleLbl="node1" presStyleIdx="6" presStyleCnt="7">
        <dgm:presLayoutVars>
          <dgm:bulletEnabled val="1"/>
        </dgm:presLayoutVars>
      </dgm:prSet>
      <dgm:spPr/>
    </dgm:pt>
    <dgm:pt modelId="{8CF750B0-0536-4989-9493-2AED5F63466B}" type="pres">
      <dgm:prSet presAssocID="{E2792024-CE43-4542-85F4-C152BF1D4A3F}" presName="accent_7" presStyleCnt="0"/>
      <dgm:spPr/>
    </dgm:pt>
    <dgm:pt modelId="{65B3AD69-9274-4922-80C1-2FF989398340}" type="pres">
      <dgm:prSet presAssocID="{E2792024-CE43-4542-85F4-C152BF1D4A3F}" presName="accentRepeatNode" presStyleLbl="solidFgAcc1" presStyleIdx="6" presStyleCnt="7"/>
      <dgm:spPr/>
    </dgm:pt>
  </dgm:ptLst>
  <dgm:cxnLst>
    <dgm:cxn modelId="{0CF5DF0D-25F2-4743-AB39-AEA38D53394F}" type="presOf" srcId="{F787E319-3530-4957-9A92-F583FCF08954}" destId="{BD93C042-02AA-47E4-9E8A-3BE8C56FBE88}" srcOrd="0" destOrd="0" presId="urn:microsoft.com/office/officeart/2008/layout/VerticalCurvedList"/>
    <dgm:cxn modelId="{4CCBCF22-7014-404B-92FE-EEB6E7F36C36}" type="presOf" srcId="{880C23DD-7E76-4552-85F0-A4132659574C}" destId="{1F187C2D-E73E-4715-8BA8-636879AA46B1}" srcOrd="0" destOrd="0" presId="urn:microsoft.com/office/officeart/2008/layout/VerticalCurvedList"/>
    <dgm:cxn modelId="{69C9A72F-422B-4B0A-8B93-563D33BD84D7}" srcId="{D7997D84-CE91-4C03-B054-9C840E834AE4}" destId="{F787E319-3530-4957-9A92-F583FCF08954}" srcOrd="4" destOrd="0" parTransId="{57E08871-2AA1-4DE6-A6CC-5090384588D4}" sibTransId="{435535F8-9FDD-4350-A99B-2ECEC1A14D04}"/>
    <dgm:cxn modelId="{4CE8633E-7F03-44D3-B9C7-F77F3D7B7AE2}" type="presOf" srcId="{3773180F-566E-447F-B0EE-187378D62041}" destId="{7CF45BED-90C1-4158-8B07-9F0A1783C9C2}" srcOrd="0" destOrd="0" presId="urn:microsoft.com/office/officeart/2008/layout/VerticalCurvedList"/>
    <dgm:cxn modelId="{30AA5045-C399-406E-BC2C-9C7814E1AC96}" type="presOf" srcId="{E2792024-CE43-4542-85F4-C152BF1D4A3F}" destId="{8C1AA24A-1408-4D0F-AEE5-C04B0F00114C}" srcOrd="0" destOrd="0" presId="urn:microsoft.com/office/officeart/2008/layout/VerticalCurvedList"/>
    <dgm:cxn modelId="{F5AB6A6D-BFD4-4183-B50E-64F816465B26}" srcId="{D7997D84-CE91-4C03-B054-9C840E834AE4}" destId="{DB2F79D9-5660-4D53-9E33-7A36042A6BB0}" srcOrd="2" destOrd="0" parTransId="{62A7B35C-350D-401F-8124-80537B12DB13}" sibTransId="{DD0403CE-475B-4A73-9187-889A126282E5}"/>
    <dgm:cxn modelId="{313F949B-F8BC-44E9-A284-BF1A15DC5A99}" srcId="{D7997D84-CE91-4C03-B054-9C840E834AE4}" destId="{880C23DD-7E76-4552-85F0-A4132659574C}" srcOrd="5" destOrd="0" parTransId="{89314F17-46E7-4289-B3CE-C139EBC6F686}" sibTransId="{CA066BF9-5D58-4BBD-9B67-9EDDAD6EAC10}"/>
    <dgm:cxn modelId="{8AEBF4A8-A402-492E-98CD-83DEA2E5F32F}" srcId="{D7997D84-CE91-4C03-B054-9C840E834AE4}" destId="{C9D93ECD-E35A-4B55-981D-8F4975776FD2}" srcOrd="0" destOrd="0" parTransId="{A71D23DB-2377-4CB6-A91F-01C67A5EAB35}" sibTransId="{D8FBA5D1-8B89-4C91-A9C3-D37C5445E821}"/>
    <dgm:cxn modelId="{2C0AA1AA-25BC-4882-A941-7D2384250A27}" type="presOf" srcId="{DB2F79D9-5660-4D53-9E33-7A36042A6BB0}" destId="{7317278A-3726-4D2C-96B3-C4C0EB4514F1}" srcOrd="0" destOrd="0" presId="urn:microsoft.com/office/officeart/2008/layout/VerticalCurvedList"/>
    <dgm:cxn modelId="{81E924AE-B6B1-4840-8065-64F0EFF51A8A}" srcId="{D7997D84-CE91-4C03-B054-9C840E834AE4}" destId="{3773180F-566E-447F-B0EE-187378D62041}" srcOrd="1" destOrd="0" parTransId="{AC88B2FA-3096-4F4A-BACC-68B4AC842D06}" sibTransId="{56EA75FD-D529-422C-BEF7-838820303E9B}"/>
    <dgm:cxn modelId="{1A1DF0B9-0D90-488B-948C-DFF6CC52742A}" type="presOf" srcId="{D8FBA5D1-8B89-4C91-A9C3-D37C5445E821}" destId="{944D9181-7C4D-4A63-AC2F-55C7C9CE7D3A}" srcOrd="0" destOrd="0" presId="urn:microsoft.com/office/officeart/2008/layout/VerticalCurvedList"/>
    <dgm:cxn modelId="{CFFFBFBB-F3A4-4751-8892-9C006E864613}" type="presOf" srcId="{D7997D84-CE91-4C03-B054-9C840E834AE4}" destId="{12CA7EB2-EBB9-4654-B606-F6BA4395D78A}" srcOrd="0" destOrd="0" presId="urn:microsoft.com/office/officeart/2008/layout/VerticalCurvedList"/>
    <dgm:cxn modelId="{DDDCCCBD-EF15-4641-A044-42FD064FB9D0}" type="presOf" srcId="{C9D93ECD-E35A-4B55-981D-8F4975776FD2}" destId="{991EC032-93DA-42D5-AEAF-0F708A299A96}" srcOrd="0" destOrd="0" presId="urn:microsoft.com/office/officeart/2008/layout/VerticalCurvedList"/>
    <dgm:cxn modelId="{EE30F7CC-B6E7-4EB5-93F9-C65C4D73B4EA}" srcId="{D7997D84-CE91-4C03-B054-9C840E834AE4}" destId="{E2792024-CE43-4542-85F4-C152BF1D4A3F}" srcOrd="6" destOrd="0" parTransId="{CD68CAB6-D4B5-4A79-9D27-6A4C1CDF73FC}" sibTransId="{096DCEA2-B228-49DE-AB2F-7D21963BD521}"/>
    <dgm:cxn modelId="{68F3B2D5-29F7-41D8-800E-E01597DCBEC6}" type="presOf" srcId="{887B9866-40B2-4F68-8A19-3B8B81BC56D7}" destId="{3DD3FEA1-352E-4928-92F4-184E59BE8AE2}" srcOrd="0" destOrd="0" presId="urn:microsoft.com/office/officeart/2008/layout/VerticalCurvedList"/>
    <dgm:cxn modelId="{4AF30EDC-B465-44DB-ADB9-7BB1DA9F8086}" srcId="{D7997D84-CE91-4C03-B054-9C840E834AE4}" destId="{887B9866-40B2-4F68-8A19-3B8B81BC56D7}" srcOrd="3" destOrd="0" parTransId="{BAB675DC-F1DF-48F2-8347-E3625C8D8588}" sibTransId="{012805DD-AEF8-415D-862B-0DC4AD662B7F}"/>
    <dgm:cxn modelId="{DCEAC1E2-189B-426F-9F5C-2822247C73DC}" srcId="{D7997D84-CE91-4C03-B054-9C840E834AE4}" destId="{D55B956C-E8F0-47D8-A7A3-8F150B5532BA}" srcOrd="7" destOrd="0" parTransId="{93193A22-1494-4E33-9A51-8541DC37F1FB}" sibTransId="{04F3CBF5-9B63-4F01-AB21-C8E371C38FD1}"/>
    <dgm:cxn modelId="{CF96F608-3CAC-4E6E-8092-70C045FA7934}" type="presParOf" srcId="{12CA7EB2-EBB9-4654-B606-F6BA4395D78A}" destId="{086924B6-8884-4ADA-A259-9E2FABFE742A}" srcOrd="0" destOrd="0" presId="urn:microsoft.com/office/officeart/2008/layout/VerticalCurvedList"/>
    <dgm:cxn modelId="{8B7DEE36-6817-4D94-A387-B2F690839089}" type="presParOf" srcId="{086924B6-8884-4ADA-A259-9E2FABFE742A}" destId="{D435F6C1-CEC5-4CAB-8867-B41EDA0A1957}" srcOrd="0" destOrd="0" presId="urn:microsoft.com/office/officeart/2008/layout/VerticalCurvedList"/>
    <dgm:cxn modelId="{240C6A30-DEBD-4403-A7A5-A36018F5E86B}" type="presParOf" srcId="{D435F6C1-CEC5-4CAB-8867-B41EDA0A1957}" destId="{0EBA0613-3E23-4C36-9995-1139A833C563}" srcOrd="0" destOrd="0" presId="urn:microsoft.com/office/officeart/2008/layout/VerticalCurvedList"/>
    <dgm:cxn modelId="{AB837A7E-7D09-4114-A9AF-F140693E0CB5}" type="presParOf" srcId="{D435F6C1-CEC5-4CAB-8867-B41EDA0A1957}" destId="{944D9181-7C4D-4A63-AC2F-55C7C9CE7D3A}" srcOrd="1" destOrd="0" presId="urn:microsoft.com/office/officeart/2008/layout/VerticalCurvedList"/>
    <dgm:cxn modelId="{69362B29-52E3-4A5E-8487-5C9BA09D987E}" type="presParOf" srcId="{D435F6C1-CEC5-4CAB-8867-B41EDA0A1957}" destId="{2309151A-FC32-4DB8-86E6-EB4AC39BC177}" srcOrd="2" destOrd="0" presId="urn:microsoft.com/office/officeart/2008/layout/VerticalCurvedList"/>
    <dgm:cxn modelId="{ACF215DB-088D-44FE-8AD7-0AA3CCF2A079}" type="presParOf" srcId="{D435F6C1-CEC5-4CAB-8867-B41EDA0A1957}" destId="{A857C2E6-8454-4991-9A56-60AFD30112DF}" srcOrd="3" destOrd="0" presId="urn:microsoft.com/office/officeart/2008/layout/VerticalCurvedList"/>
    <dgm:cxn modelId="{D244C659-F66D-4CF5-AED9-1C94363183E3}" type="presParOf" srcId="{086924B6-8884-4ADA-A259-9E2FABFE742A}" destId="{991EC032-93DA-42D5-AEAF-0F708A299A96}" srcOrd="1" destOrd="0" presId="urn:microsoft.com/office/officeart/2008/layout/VerticalCurvedList"/>
    <dgm:cxn modelId="{C44B9CC3-82B3-4E1A-883C-B8F0C62C56B3}" type="presParOf" srcId="{086924B6-8884-4ADA-A259-9E2FABFE742A}" destId="{AA94EC5E-A41D-4CAF-B67A-D31BD9C334B3}" srcOrd="2" destOrd="0" presId="urn:microsoft.com/office/officeart/2008/layout/VerticalCurvedList"/>
    <dgm:cxn modelId="{1EF649CB-DE3E-4B15-9D74-912F778AD8C6}" type="presParOf" srcId="{AA94EC5E-A41D-4CAF-B67A-D31BD9C334B3}" destId="{08E54166-C210-4DED-BC73-E8F4FF838654}" srcOrd="0" destOrd="0" presId="urn:microsoft.com/office/officeart/2008/layout/VerticalCurvedList"/>
    <dgm:cxn modelId="{C975FA1F-C90B-4EFC-A3F3-8E35EA753D89}" type="presParOf" srcId="{086924B6-8884-4ADA-A259-9E2FABFE742A}" destId="{7CF45BED-90C1-4158-8B07-9F0A1783C9C2}" srcOrd="3" destOrd="0" presId="urn:microsoft.com/office/officeart/2008/layout/VerticalCurvedList"/>
    <dgm:cxn modelId="{97EF39B3-0E02-4247-9E39-62EE7A5852D9}" type="presParOf" srcId="{086924B6-8884-4ADA-A259-9E2FABFE742A}" destId="{73D534D5-4AEC-4C49-895A-B52669825FD6}" srcOrd="4" destOrd="0" presId="urn:microsoft.com/office/officeart/2008/layout/VerticalCurvedList"/>
    <dgm:cxn modelId="{389D5262-2AED-4479-8765-CAE139E54E2D}" type="presParOf" srcId="{73D534D5-4AEC-4C49-895A-B52669825FD6}" destId="{84347C0F-D591-4AE0-BA3A-6C82898F9AC4}" srcOrd="0" destOrd="0" presId="urn:microsoft.com/office/officeart/2008/layout/VerticalCurvedList"/>
    <dgm:cxn modelId="{659DD96B-0D26-467D-A22B-E1446B94E7CE}" type="presParOf" srcId="{086924B6-8884-4ADA-A259-9E2FABFE742A}" destId="{7317278A-3726-4D2C-96B3-C4C0EB4514F1}" srcOrd="5" destOrd="0" presId="urn:microsoft.com/office/officeart/2008/layout/VerticalCurvedList"/>
    <dgm:cxn modelId="{26FF07D8-CF45-4A71-BC8A-E4EB187D9A2F}" type="presParOf" srcId="{086924B6-8884-4ADA-A259-9E2FABFE742A}" destId="{1A6D0892-CA5D-4F43-BCEB-07DCEEF36E55}" srcOrd="6" destOrd="0" presId="urn:microsoft.com/office/officeart/2008/layout/VerticalCurvedList"/>
    <dgm:cxn modelId="{E3E15DAA-616A-4F8B-8070-8DFC20F5AB10}" type="presParOf" srcId="{1A6D0892-CA5D-4F43-BCEB-07DCEEF36E55}" destId="{26E82334-2988-4E65-9356-8FC92DA757F7}" srcOrd="0" destOrd="0" presId="urn:microsoft.com/office/officeart/2008/layout/VerticalCurvedList"/>
    <dgm:cxn modelId="{0977F81B-7A8D-48D9-A523-3513D18720B3}" type="presParOf" srcId="{086924B6-8884-4ADA-A259-9E2FABFE742A}" destId="{3DD3FEA1-352E-4928-92F4-184E59BE8AE2}" srcOrd="7" destOrd="0" presId="urn:microsoft.com/office/officeart/2008/layout/VerticalCurvedList"/>
    <dgm:cxn modelId="{8328025D-DB81-46E6-B245-8CC3AA88108B}" type="presParOf" srcId="{086924B6-8884-4ADA-A259-9E2FABFE742A}" destId="{1FB4A66C-0E33-436B-AB75-6B40F7ABE933}" srcOrd="8" destOrd="0" presId="urn:microsoft.com/office/officeart/2008/layout/VerticalCurvedList"/>
    <dgm:cxn modelId="{8ACE83CD-A58C-4D90-88CC-0AA28A9896EB}" type="presParOf" srcId="{1FB4A66C-0E33-436B-AB75-6B40F7ABE933}" destId="{F5C91880-7972-4134-A976-07D1B1269B73}" srcOrd="0" destOrd="0" presId="urn:microsoft.com/office/officeart/2008/layout/VerticalCurvedList"/>
    <dgm:cxn modelId="{32AEC6FE-7F36-478F-963A-894F4C65C13C}" type="presParOf" srcId="{086924B6-8884-4ADA-A259-9E2FABFE742A}" destId="{BD93C042-02AA-47E4-9E8A-3BE8C56FBE88}" srcOrd="9" destOrd="0" presId="urn:microsoft.com/office/officeart/2008/layout/VerticalCurvedList"/>
    <dgm:cxn modelId="{CFADC75A-6941-48DC-ADE8-1AF6BEAB5FC5}" type="presParOf" srcId="{086924B6-8884-4ADA-A259-9E2FABFE742A}" destId="{53CE8A2A-2315-4149-A981-1202817515E1}" srcOrd="10" destOrd="0" presId="urn:microsoft.com/office/officeart/2008/layout/VerticalCurvedList"/>
    <dgm:cxn modelId="{F7FC17C4-84C1-4C7F-878D-A867FB067043}" type="presParOf" srcId="{53CE8A2A-2315-4149-A981-1202817515E1}" destId="{F6C08CED-E9DA-46D8-837F-BB016B2B13CA}" srcOrd="0" destOrd="0" presId="urn:microsoft.com/office/officeart/2008/layout/VerticalCurvedList"/>
    <dgm:cxn modelId="{AB2251EC-6C9C-46CD-88E4-2758B19B9BC9}" type="presParOf" srcId="{086924B6-8884-4ADA-A259-9E2FABFE742A}" destId="{1F187C2D-E73E-4715-8BA8-636879AA46B1}" srcOrd="11" destOrd="0" presId="urn:microsoft.com/office/officeart/2008/layout/VerticalCurvedList"/>
    <dgm:cxn modelId="{9024F1DE-EC62-4B55-A778-D124E3470EC1}" type="presParOf" srcId="{086924B6-8884-4ADA-A259-9E2FABFE742A}" destId="{84AF7A9D-6B40-466A-9D8D-70572992C8F6}" srcOrd="12" destOrd="0" presId="urn:microsoft.com/office/officeart/2008/layout/VerticalCurvedList"/>
    <dgm:cxn modelId="{E297744C-BAEA-4C26-AFD2-7019019C5AF7}" type="presParOf" srcId="{84AF7A9D-6B40-466A-9D8D-70572992C8F6}" destId="{278B1DBD-D1D7-43AF-87CB-712595B8C1FD}" srcOrd="0" destOrd="0" presId="urn:microsoft.com/office/officeart/2008/layout/VerticalCurvedList"/>
    <dgm:cxn modelId="{E808C125-81AD-4186-83A7-08293CE42241}" type="presParOf" srcId="{086924B6-8884-4ADA-A259-9E2FABFE742A}" destId="{8C1AA24A-1408-4D0F-AEE5-C04B0F00114C}" srcOrd="13" destOrd="0" presId="urn:microsoft.com/office/officeart/2008/layout/VerticalCurvedList"/>
    <dgm:cxn modelId="{B96CD6E8-FDF9-4F06-8A9D-8C6A4FBC94E2}" type="presParOf" srcId="{086924B6-8884-4ADA-A259-9E2FABFE742A}" destId="{8CF750B0-0536-4989-9493-2AED5F63466B}" srcOrd="14" destOrd="0" presId="urn:microsoft.com/office/officeart/2008/layout/VerticalCurvedList"/>
    <dgm:cxn modelId="{DCBF3556-3D07-4781-B21B-ED8A9ACE3A32}" type="presParOf" srcId="{8CF750B0-0536-4989-9493-2AED5F63466B}" destId="{65B3AD69-9274-4922-80C1-2FF98939834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89DBE4-EFFA-49D4-8DC0-BD7D8FB33663}" type="doc">
      <dgm:prSet loTypeId="urn:microsoft.com/office/officeart/2005/8/layout/vProcess5" loCatId="process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3E3A6E9-4BAE-4F76-B0C8-49FE1DC848E9}">
      <dgm:prSet/>
      <dgm:spPr/>
      <dgm:t>
        <a:bodyPr/>
        <a:lstStyle/>
        <a:p>
          <a:r>
            <a:rPr lang="en-US" b="1"/>
            <a:t>Data Cleaning Performed:</a:t>
          </a:r>
          <a:endParaRPr lang="en-IN"/>
        </a:p>
      </dgm:t>
    </dgm:pt>
    <dgm:pt modelId="{1E06F37F-AAEB-44C1-BB6D-08305E13258C}" type="parTrans" cxnId="{F3F00AC4-FF07-449F-8E70-690528E83D0D}">
      <dgm:prSet/>
      <dgm:spPr/>
      <dgm:t>
        <a:bodyPr/>
        <a:lstStyle/>
        <a:p>
          <a:endParaRPr lang="en-IN"/>
        </a:p>
      </dgm:t>
    </dgm:pt>
    <dgm:pt modelId="{FDA7A945-DA3C-431D-B259-640ED8DC1426}" type="sibTrans" cxnId="{F3F00AC4-FF07-449F-8E70-690528E83D0D}">
      <dgm:prSet/>
      <dgm:spPr/>
      <dgm:t>
        <a:bodyPr/>
        <a:lstStyle/>
        <a:p>
          <a:endParaRPr lang="en-IN"/>
        </a:p>
      </dgm:t>
    </dgm:pt>
    <dgm:pt modelId="{DCD18FF0-A81F-442D-B90D-467F462D67AA}">
      <dgm:prSet/>
      <dgm:spPr/>
      <dgm:t>
        <a:bodyPr/>
        <a:lstStyle/>
        <a:p>
          <a:r>
            <a:rPr lang="en-US" b="1" dirty="0"/>
            <a:t> Removed rows with zero guests (invalid records)</a:t>
          </a:r>
          <a:endParaRPr lang="en-IN" dirty="0"/>
        </a:p>
      </dgm:t>
    </dgm:pt>
    <dgm:pt modelId="{9DD766CB-466D-4144-A754-0128FB1C014A}" type="parTrans" cxnId="{CDB38A95-5E1E-489A-95C4-A72CC443278D}">
      <dgm:prSet/>
      <dgm:spPr/>
      <dgm:t>
        <a:bodyPr/>
        <a:lstStyle/>
        <a:p>
          <a:endParaRPr lang="en-IN"/>
        </a:p>
      </dgm:t>
    </dgm:pt>
    <dgm:pt modelId="{23C662EE-ABBA-4C61-98A2-611F74065F50}" type="sibTrans" cxnId="{CDB38A95-5E1E-489A-95C4-A72CC443278D}">
      <dgm:prSet/>
      <dgm:spPr/>
      <dgm:t>
        <a:bodyPr/>
        <a:lstStyle/>
        <a:p>
          <a:endParaRPr lang="en-IN"/>
        </a:p>
      </dgm:t>
    </dgm:pt>
    <dgm:pt modelId="{0F2188ED-0427-4A27-BD4C-69548926FF40}">
      <dgm:prSet/>
      <dgm:spPr/>
      <dgm:t>
        <a:bodyPr/>
        <a:lstStyle/>
        <a:p>
          <a:r>
            <a:rPr lang="en-US" b="1" dirty="0"/>
            <a:t> Removed rows with ADR = 0 (incorrect revenue data)</a:t>
          </a:r>
          <a:endParaRPr lang="en-IN" dirty="0"/>
        </a:p>
      </dgm:t>
    </dgm:pt>
    <dgm:pt modelId="{34C037CD-84B5-4B66-9DA1-FBD2ACCA1F39}" type="parTrans" cxnId="{9C4655A9-1635-488D-B663-AA354CDC450A}">
      <dgm:prSet/>
      <dgm:spPr/>
      <dgm:t>
        <a:bodyPr/>
        <a:lstStyle/>
        <a:p>
          <a:endParaRPr lang="en-IN"/>
        </a:p>
      </dgm:t>
    </dgm:pt>
    <dgm:pt modelId="{1BA0AF9E-58D2-4067-BBFA-DD47440460E9}" type="sibTrans" cxnId="{9C4655A9-1635-488D-B663-AA354CDC450A}">
      <dgm:prSet/>
      <dgm:spPr/>
      <dgm:t>
        <a:bodyPr/>
        <a:lstStyle/>
        <a:p>
          <a:endParaRPr lang="en-IN"/>
        </a:p>
      </dgm:t>
    </dgm:pt>
    <dgm:pt modelId="{E41ACFED-3CDE-43AB-B064-C1901F709746}">
      <dgm:prSet/>
      <dgm:spPr/>
      <dgm:t>
        <a:bodyPr/>
        <a:lstStyle/>
        <a:p>
          <a:r>
            <a:rPr lang="en-US" b="1" dirty="0"/>
            <a:t> Filled missing values (Children, Agent, Company, Country)</a:t>
          </a:r>
          <a:endParaRPr lang="en-IN" dirty="0"/>
        </a:p>
      </dgm:t>
    </dgm:pt>
    <dgm:pt modelId="{34F68228-C245-4003-A6D6-50F62C7CFD96}" type="parTrans" cxnId="{6E540FE9-2904-4F9D-9780-99A326EA9CC7}">
      <dgm:prSet/>
      <dgm:spPr/>
      <dgm:t>
        <a:bodyPr/>
        <a:lstStyle/>
        <a:p>
          <a:endParaRPr lang="en-IN"/>
        </a:p>
      </dgm:t>
    </dgm:pt>
    <dgm:pt modelId="{D71F3EB5-2AEF-4C02-9C3F-BDA6527FF6BE}" type="sibTrans" cxnId="{6E540FE9-2904-4F9D-9780-99A326EA9CC7}">
      <dgm:prSet/>
      <dgm:spPr/>
      <dgm:t>
        <a:bodyPr/>
        <a:lstStyle/>
        <a:p>
          <a:endParaRPr lang="en-IN"/>
        </a:p>
      </dgm:t>
    </dgm:pt>
    <dgm:pt modelId="{8979E6AC-9736-433C-BD0C-38A3EF2FDFCD}">
      <dgm:prSet/>
      <dgm:spPr/>
      <dgm:t>
        <a:bodyPr/>
        <a:lstStyle/>
        <a:p>
          <a:r>
            <a:rPr lang="en-US" b="1" dirty="0"/>
            <a:t> Created new analytical features:</a:t>
          </a:r>
          <a:endParaRPr lang="en-IN" dirty="0"/>
        </a:p>
      </dgm:t>
    </dgm:pt>
    <dgm:pt modelId="{97501FF0-B43D-4863-A560-4B7A36A010EF}" type="parTrans" cxnId="{00345BBA-4293-4EAE-988B-F90D08F72809}">
      <dgm:prSet/>
      <dgm:spPr/>
      <dgm:t>
        <a:bodyPr/>
        <a:lstStyle/>
        <a:p>
          <a:endParaRPr lang="en-IN"/>
        </a:p>
      </dgm:t>
    </dgm:pt>
    <dgm:pt modelId="{579AA6A4-1BCC-41CD-9B6C-08C98E2EFE0B}" type="sibTrans" cxnId="{00345BBA-4293-4EAE-988B-F90D08F72809}">
      <dgm:prSet/>
      <dgm:spPr/>
      <dgm:t>
        <a:bodyPr/>
        <a:lstStyle/>
        <a:p>
          <a:endParaRPr lang="en-IN"/>
        </a:p>
      </dgm:t>
    </dgm:pt>
    <dgm:pt modelId="{F31640ED-74EE-4ACC-9F99-FDC6B5B53032}">
      <dgm:prSet/>
      <dgm:spPr/>
    </dgm:pt>
    <dgm:pt modelId="{9936EE24-5E23-430B-8929-3E4E3AC2497B}" type="parTrans" cxnId="{4F673FD8-5A8C-427A-9E90-7623140E5482}">
      <dgm:prSet/>
      <dgm:spPr/>
      <dgm:t>
        <a:bodyPr/>
        <a:lstStyle/>
        <a:p>
          <a:endParaRPr lang="en-IN"/>
        </a:p>
      </dgm:t>
    </dgm:pt>
    <dgm:pt modelId="{6B05BBAE-3C99-4052-AFC9-B302828E29A5}" type="sibTrans" cxnId="{4F673FD8-5A8C-427A-9E90-7623140E5482}">
      <dgm:prSet/>
      <dgm:spPr/>
      <dgm:t>
        <a:bodyPr/>
        <a:lstStyle/>
        <a:p>
          <a:endParaRPr lang="en-IN"/>
        </a:p>
      </dgm:t>
    </dgm:pt>
    <dgm:pt modelId="{3108A4BF-65DE-4059-B815-F51EAF376686}">
      <dgm:prSet/>
      <dgm:spPr/>
    </dgm:pt>
    <dgm:pt modelId="{ACA712C1-B067-4B47-A904-4A6551E64AF2}" type="parTrans" cxnId="{25D47341-7464-4E29-B425-6173295DAF62}">
      <dgm:prSet/>
      <dgm:spPr/>
      <dgm:t>
        <a:bodyPr/>
        <a:lstStyle/>
        <a:p>
          <a:endParaRPr lang="en-IN"/>
        </a:p>
      </dgm:t>
    </dgm:pt>
    <dgm:pt modelId="{C3229EB1-B7DA-4D80-8E6A-3E9A1759A74E}" type="sibTrans" cxnId="{25D47341-7464-4E29-B425-6173295DAF62}">
      <dgm:prSet/>
      <dgm:spPr/>
      <dgm:t>
        <a:bodyPr/>
        <a:lstStyle/>
        <a:p>
          <a:endParaRPr lang="en-IN"/>
        </a:p>
      </dgm:t>
    </dgm:pt>
    <dgm:pt modelId="{3858408E-DAEE-4828-BF5E-8616207E7108}" type="pres">
      <dgm:prSet presAssocID="{7989DBE4-EFFA-49D4-8DC0-BD7D8FB33663}" presName="outerComposite" presStyleCnt="0">
        <dgm:presLayoutVars>
          <dgm:chMax val="5"/>
          <dgm:dir/>
          <dgm:resizeHandles val="exact"/>
        </dgm:presLayoutVars>
      </dgm:prSet>
      <dgm:spPr/>
    </dgm:pt>
    <dgm:pt modelId="{3986D825-B1AF-4791-946F-17845C4E8C9A}" type="pres">
      <dgm:prSet presAssocID="{7989DBE4-EFFA-49D4-8DC0-BD7D8FB33663}" presName="dummyMaxCanvas" presStyleCnt="0">
        <dgm:presLayoutVars/>
      </dgm:prSet>
      <dgm:spPr/>
    </dgm:pt>
    <dgm:pt modelId="{0688EFAE-0E12-4C80-A881-A9A387A4647B}" type="pres">
      <dgm:prSet presAssocID="{7989DBE4-EFFA-49D4-8DC0-BD7D8FB33663}" presName="FiveNodes_1" presStyleLbl="node1" presStyleIdx="0" presStyleCnt="5">
        <dgm:presLayoutVars>
          <dgm:bulletEnabled val="1"/>
        </dgm:presLayoutVars>
      </dgm:prSet>
      <dgm:spPr/>
    </dgm:pt>
    <dgm:pt modelId="{B0E0B21E-6A7E-4781-BDA9-8FA11BB6B8D7}" type="pres">
      <dgm:prSet presAssocID="{7989DBE4-EFFA-49D4-8DC0-BD7D8FB33663}" presName="FiveNodes_2" presStyleLbl="node1" presStyleIdx="1" presStyleCnt="5">
        <dgm:presLayoutVars>
          <dgm:bulletEnabled val="1"/>
        </dgm:presLayoutVars>
      </dgm:prSet>
      <dgm:spPr/>
    </dgm:pt>
    <dgm:pt modelId="{A74FD19A-D0C7-4DBE-95CF-4116EAC0465E}" type="pres">
      <dgm:prSet presAssocID="{7989DBE4-EFFA-49D4-8DC0-BD7D8FB33663}" presName="FiveNodes_3" presStyleLbl="node1" presStyleIdx="2" presStyleCnt="5">
        <dgm:presLayoutVars>
          <dgm:bulletEnabled val="1"/>
        </dgm:presLayoutVars>
      </dgm:prSet>
      <dgm:spPr/>
    </dgm:pt>
    <dgm:pt modelId="{E7240B21-3223-4498-AD69-00590FD2ADAB}" type="pres">
      <dgm:prSet presAssocID="{7989DBE4-EFFA-49D4-8DC0-BD7D8FB33663}" presName="FiveNodes_4" presStyleLbl="node1" presStyleIdx="3" presStyleCnt="5">
        <dgm:presLayoutVars>
          <dgm:bulletEnabled val="1"/>
        </dgm:presLayoutVars>
      </dgm:prSet>
      <dgm:spPr/>
    </dgm:pt>
    <dgm:pt modelId="{58C8FDE6-B5CE-4C15-B77E-190F7E6F20AC}" type="pres">
      <dgm:prSet presAssocID="{7989DBE4-EFFA-49D4-8DC0-BD7D8FB33663}" presName="FiveNodes_5" presStyleLbl="node1" presStyleIdx="4" presStyleCnt="5">
        <dgm:presLayoutVars>
          <dgm:bulletEnabled val="1"/>
        </dgm:presLayoutVars>
      </dgm:prSet>
      <dgm:spPr/>
    </dgm:pt>
    <dgm:pt modelId="{0CF11DA8-7737-4D19-92C8-42DD6A18889A}" type="pres">
      <dgm:prSet presAssocID="{7989DBE4-EFFA-49D4-8DC0-BD7D8FB33663}" presName="FiveConn_1-2" presStyleLbl="fgAccFollowNode1" presStyleIdx="0" presStyleCnt="4">
        <dgm:presLayoutVars>
          <dgm:bulletEnabled val="1"/>
        </dgm:presLayoutVars>
      </dgm:prSet>
      <dgm:spPr/>
    </dgm:pt>
    <dgm:pt modelId="{3D87FDCF-8E10-43C8-B314-DD9ECBAAF5B9}" type="pres">
      <dgm:prSet presAssocID="{7989DBE4-EFFA-49D4-8DC0-BD7D8FB33663}" presName="FiveConn_2-3" presStyleLbl="fgAccFollowNode1" presStyleIdx="1" presStyleCnt="4">
        <dgm:presLayoutVars>
          <dgm:bulletEnabled val="1"/>
        </dgm:presLayoutVars>
      </dgm:prSet>
      <dgm:spPr/>
    </dgm:pt>
    <dgm:pt modelId="{35FCAA33-B4EA-4160-82B0-7516269769E0}" type="pres">
      <dgm:prSet presAssocID="{7989DBE4-EFFA-49D4-8DC0-BD7D8FB33663}" presName="FiveConn_3-4" presStyleLbl="fgAccFollowNode1" presStyleIdx="2" presStyleCnt="4">
        <dgm:presLayoutVars>
          <dgm:bulletEnabled val="1"/>
        </dgm:presLayoutVars>
      </dgm:prSet>
      <dgm:spPr/>
    </dgm:pt>
    <dgm:pt modelId="{A5BFE161-5281-4518-9DD0-3889A7838C74}" type="pres">
      <dgm:prSet presAssocID="{7989DBE4-EFFA-49D4-8DC0-BD7D8FB33663}" presName="FiveConn_4-5" presStyleLbl="fgAccFollowNode1" presStyleIdx="3" presStyleCnt="4">
        <dgm:presLayoutVars>
          <dgm:bulletEnabled val="1"/>
        </dgm:presLayoutVars>
      </dgm:prSet>
      <dgm:spPr/>
    </dgm:pt>
    <dgm:pt modelId="{A4535F38-BD71-49D2-BF8F-803C2E838310}" type="pres">
      <dgm:prSet presAssocID="{7989DBE4-EFFA-49D4-8DC0-BD7D8FB33663}" presName="FiveNodes_1_text" presStyleLbl="node1" presStyleIdx="4" presStyleCnt="5">
        <dgm:presLayoutVars>
          <dgm:bulletEnabled val="1"/>
        </dgm:presLayoutVars>
      </dgm:prSet>
      <dgm:spPr/>
    </dgm:pt>
    <dgm:pt modelId="{D50EDFF1-ADE8-4C2F-8972-C07EB56EF2C4}" type="pres">
      <dgm:prSet presAssocID="{7989DBE4-EFFA-49D4-8DC0-BD7D8FB33663}" presName="FiveNodes_2_text" presStyleLbl="node1" presStyleIdx="4" presStyleCnt="5">
        <dgm:presLayoutVars>
          <dgm:bulletEnabled val="1"/>
        </dgm:presLayoutVars>
      </dgm:prSet>
      <dgm:spPr/>
    </dgm:pt>
    <dgm:pt modelId="{1F1B4962-FA58-44D1-A4EF-086E088E6F2A}" type="pres">
      <dgm:prSet presAssocID="{7989DBE4-EFFA-49D4-8DC0-BD7D8FB33663}" presName="FiveNodes_3_text" presStyleLbl="node1" presStyleIdx="4" presStyleCnt="5">
        <dgm:presLayoutVars>
          <dgm:bulletEnabled val="1"/>
        </dgm:presLayoutVars>
      </dgm:prSet>
      <dgm:spPr/>
    </dgm:pt>
    <dgm:pt modelId="{6AF17670-8A68-430D-A58C-62F147549E8A}" type="pres">
      <dgm:prSet presAssocID="{7989DBE4-EFFA-49D4-8DC0-BD7D8FB33663}" presName="FiveNodes_4_text" presStyleLbl="node1" presStyleIdx="4" presStyleCnt="5">
        <dgm:presLayoutVars>
          <dgm:bulletEnabled val="1"/>
        </dgm:presLayoutVars>
      </dgm:prSet>
      <dgm:spPr/>
    </dgm:pt>
    <dgm:pt modelId="{93E56250-B86D-4F50-893D-050339A77A7A}" type="pres">
      <dgm:prSet presAssocID="{7989DBE4-EFFA-49D4-8DC0-BD7D8FB3366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4F31A13-9D4F-4F61-9C5E-D023147D286D}" type="presOf" srcId="{23C662EE-ABBA-4C61-98A2-611F74065F50}" destId="{3D87FDCF-8E10-43C8-B314-DD9ECBAAF5B9}" srcOrd="0" destOrd="0" presId="urn:microsoft.com/office/officeart/2005/8/layout/vProcess5"/>
    <dgm:cxn modelId="{99475918-4CB3-40D2-91B9-D2B03A9EDEF2}" type="presOf" srcId="{E41ACFED-3CDE-43AB-B064-C1901F709746}" destId="{6AF17670-8A68-430D-A58C-62F147549E8A}" srcOrd="1" destOrd="0" presId="urn:microsoft.com/office/officeart/2005/8/layout/vProcess5"/>
    <dgm:cxn modelId="{0EFCCB1B-AD8A-4EB6-A5F2-EE21BBC8202D}" type="presOf" srcId="{DCD18FF0-A81F-442D-B90D-467F462D67AA}" destId="{B0E0B21E-6A7E-4781-BDA9-8FA11BB6B8D7}" srcOrd="0" destOrd="0" presId="urn:microsoft.com/office/officeart/2005/8/layout/vProcess5"/>
    <dgm:cxn modelId="{56E4292A-76AB-4DA9-AA0F-E2DD94065C21}" type="presOf" srcId="{8979E6AC-9736-433C-BD0C-38A3EF2FDFCD}" destId="{93E56250-B86D-4F50-893D-050339A77A7A}" srcOrd="1" destOrd="0" presId="urn:microsoft.com/office/officeart/2005/8/layout/vProcess5"/>
    <dgm:cxn modelId="{25D47341-7464-4E29-B425-6173295DAF62}" srcId="{7989DBE4-EFFA-49D4-8DC0-BD7D8FB33663}" destId="{3108A4BF-65DE-4059-B815-F51EAF376686}" srcOrd="6" destOrd="0" parTransId="{ACA712C1-B067-4B47-A904-4A6551E64AF2}" sibTransId="{C3229EB1-B7DA-4D80-8E6A-3E9A1759A74E}"/>
    <dgm:cxn modelId="{D3116D67-3DCD-444A-9C3F-8255131597A3}" type="presOf" srcId="{1BA0AF9E-58D2-4067-BBFA-DD47440460E9}" destId="{35FCAA33-B4EA-4160-82B0-7516269769E0}" srcOrd="0" destOrd="0" presId="urn:microsoft.com/office/officeart/2005/8/layout/vProcess5"/>
    <dgm:cxn modelId="{F641D248-B309-4684-95A3-ACBBF00171DF}" type="presOf" srcId="{43E3A6E9-4BAE-4F76-B0C8-49FE1DC848E9}" destId="{0688EFAE-0E12-4C80-A881-A9A387A4647B}" srcOrd="0" destOrd="0" presId="urn:microsoft.com/office/officeart/2005/8/layout/vProcess5"/>
    <dgm:cxn modelId="{0E40004A-4923-4E12-99DA-E6B10B005079}" type="presOf" srcId="{8979E6AC-9736-433C-BD0C-38A3EF2FDFCD}" destId="{58C8FDE6-B5CE-4C15-B77E-190F7E6F20AC}" srcOrd="0" destOrd="0" presId="urn:microsoft.com/office/officeart/2005/8/layout/vProcess5"/>
    <dgm:cxn modelId="{373B2C54-796B-4F00-B76A-E194A73DF9B8}" type="presOf" srcId="{D71F3EB5-2AEF-4C02-9C3F-BDA6527FF6BE}" destId="{A5BFE161-5281-4518-9DD0-3889A7838C74}" srcOrd="0" destOrd="0" presId="urn:microsoft.com/office/officeart/2005/8/layout/vProcess5"/>
    <dgm:cxn modelId="{566C127C-FCAD-48A4-93AC-2B9C099345B4}" type="presOf" srcId="{0F2188ED-0427-4A27-BD4C-69548926FF40}" destId="{1F1B4962-FA58-44D1-A4EF-086E088E6F2A}" srcOrd="1" destOrd="0" presId="urn:microsoft.com/office/officeart/2005/8/layout/vProcess5"/>
    <dgm:cxn modelId="{CDB38A95-5E1E-489A-95C4-A72CC443278D}" srcId="{7989DBE4-EFFA-49D4-8DC0-BD7D8FB33663}" destId="{DCD18FF0-A81F-442D-B90D-467F462D67AA}" srcOrd="1" destOrd="0" parTransId="{9DD766CB-466D-4144-A754-0128FB1C014A}" sibTransId="{23C662EE-ABBA-4C61-98A2-611F74065F50}"/>
    <dgm:cxn modelId="{9C4655A9-1635-488D-B663-AA354CDC450A}" srcId="{7989DBE4-EFFA-49D4-8DC0-BD7D8FB33663}" destId="{0F2188ED-0427-4A27-BD4C-69548926FF40}" srcOrd="2" destOrd="0" parTransId="{34C037CD-84B5-4B66-9DA1-FBD2ACCA1F39}" sibTransId="{1BA0AF9E-58D2-4067-BBFA-DD47440460E9}"/>
    <dgm:cxn modelId="{594DA0A9-03CA-4AE0-AF52-47CEE696AB52}" type="presOf" srcId="{0F2188ED-0427-4A27-BD4C-69548926FF40}" destId="{A74FD19A-D0C7-4DBE-95CF-4116EAC0465E}" srcOrd="0" destOrd="0" presId="urn:microsoft.com/office/officeart/2005/8/layout/vProcess5"/>
    <dgm:cxn modelId="{00345BBA-4293-4EAE-988B-F90D08F72809}" srcId="{7989DBE4-EFFA-49D4-8DC0-BD7D8FB33663}" destId="{8979E6AC-9736-433C-BD0C-38A3EF2FDFCD}" srcOrd="4" destOrd="0" parTransId="{97501FF0-B43D-4863-A560-4B7A36A010EF}" sibTransId="{579AA6A4-1BCC-41CD-9B6C-08C98E2EFE0B}"/>
    <dgm:cxn modelId="{4E533EBB-9BDE-402F-89D1-8A34B85C7365}" type="presOf" srcId="{E41ACFED-3CDE-43AB-B064-C1901F709746}" destId="{E7240B21-3223-4498-AD69-00590FD2ADAB}" srcOrd="0" destOrd="0" presId="urn:microsoft.com/office/officeart/2005/8/layout/vProcess5"/>
    <dgm:cxn modelId="{F3F00AC4-FF07-449F-8E70-690528E83D0D}" srcId="{7989DBE4-EFFA-49D4-8DC0-BD7D8FB33663}" destId="{43E3A6E9-4BAE-4F76-B0C8-49FE1DC848E9}" srcOrd="0" destOrd="0" parTransId="{1E06F37F-AAEB-44C1-BB6D-08305E13258C}" sibTransId="{FDA7A945-DA3C-431D-B259-640ED8DC1426}"/>
    <dgm:cxn modelId="{4F673FD8-5A8C-427A-9E90-7623140E5482}" srcId="{7989DBE4-EFFA-49D4-8DC0-BD7D8FB33663}" destId="{F31640ED-74EE-4ACC-9F99-FDC6B5B53032}" srcOrd="5" destOrd="0" parTransId="{9936EE24-5E23-430B-8929-3E4E3AC2497B}" sibTransId="{6B05BBAE-3C99-4052-AFC9-B302828E29A5}"/>
    <dgm:cxn modelId="{0D9F88E7-DD9E-4FAE-B6A6-410A11904A00}" type="presOf" srcId="{7989DBE4-EFFA-49D4-8DC0-BD7D8FB33663}" destId="{3858408E-DAEE-4828-BF5E-8616207E7108}" srcOrd="0" destOrd="0" presId="urn:microsoft.com/office/officeart/2005/8/layout/vProcess5"/>
    <dgm:cxn modelId="{6E540FE9-2904-4F9D-9780-99A326EA9CC7}" srcId="{7989DBE4-EFFA-49D4-8DC0-BD7D8FB33663}" destId="{E41ACFED-3CDE-43AB-B064-C1901F709746}" srcOrd="3" destOrd="0" parTransId="{34F68228-C245-4003-A6D6-50F62C7CFD96}" sibTransId="{D71F3EB5-2AEF-4C02-9C3F-BDA6527FF6BE}"/>
    <dgm:cxn modelId="{0BB4CDEA-B050-4DE7-B21A-00857B6179FB}" type="presOf" srcId="{43E3A6E9-4BAE-4F76-B0C8-49FE1DC848E9}" destId="{A4535F38-BD71-49D2-BF8F-803C2E838310}" srcOrd="1" destOrd="0" presId="urn:microsoft.com/office/officeart/2005/8/layout/vProcess5"/>
    <dgm:cxn modelId="{B3D27BEF-F1D0-4901-970D-F81E6C3FD117}" type="presOf" srcId="{FDA7A945-DA3C-431D-B259-640ED8DC1426}" destId="{0CF11DA8-7737-4D19-92C8-42DD6A18889A}" srcOrd="0" destOrd="0" presId="urn:microsoft.com/office/officeart/2005/8/layout/vProcess5"/>
    <dgm:cxn modelId="{550113F1-DDA4-4CD4-9EBB-2ED86A308D10}" type="presOf" srcId="{DCD18FF0-A81F-442D-B90D-467F462D67AA}" destId="{D50EDFF1-ADE8-4C2F-8972-C07EB56EF2C4}" srcOrd="1" destOrd="0" presId="urn:microsoft.com/office/officeart/2005/8/layout/vProcess5"/>
    <dgm:cxn modelId="{BC6CC134-C3EA-4E33-983C-76DD5989F510}" type="presParOf" srcId="{3858408E-DAEE-4828-BF5E-8616207E7108}" destId="{3986D825-B1AF-4791-946F-17845C4E8C9A}" srcOrd="0" destOrd="0" presId="urn:microsoft.com/office/officeart/2005/8/layout/vProcess5"/>
    <dgm:cxn modelId="{DFEF9271-E35B-44F5-8582-C0F2A1FEE1C0}" type="presParOf" srcId="{3858408E-DAEE-4828-BF5E-8616207E7108}" destId="{0688EFAE-0E12-4C80-A881-A9A387A4647B}" srcOrd="1" destOrd="0" presId="urn:microsoft.com/office/officeart/2005/8/layout/vProcess5"/>
    <dgm:cxn modelId="{9EFB4E54-FC8A-4EB5-A285-6A8595B54E40}" type="presParOf" srcId="{3858408E-DAEE-4828-BF5E-8616207E7108}" destId="{B0E0B21E-6A7E-4781-BDA9-8FA11BB6B8D7}" srcOrd="2" destOrd="0" presId="urn:microsoft.com/office/officeart/2005/8/layout/vProcess5"/>
    <dgm:cxn modelId="{5C151B8F-82C4-4140-8ECA-49BFD794D3BF}" type="presParOf" srcId="{3858408E-DAEE-4828-BF5E-8616207E7108}" destId="{A74FD19A-D0C7-4DBE-95CF-4116EAC0465E}" srcOrd="3" destOrd="0" presId="urn:microsoft.com/office/officeart/2005/8/layout/vProcess5"/>
    <dgm:cxn modelId="{EA9D6518-2638-4EC5-9187-CF979DDCA3A6}" type="presParOf" srcId="{3858408E-DAEE-4828-BF5E-8616207E7108}" destId="{E7240B21-3223-4498-AD69-00590FD2ADAB}" srcOrd="4" destOrd="0" presId="urn:microsoft.com/office/officeart/2005/8/layout/vProcess5"/>
    <dgm:cxn modelId="{45F4ECCB-D139-4148-AA3C-B3D0F1F01E30}" type="presParOf" srcId="{3858408E-DAEE-4828-BF5E-8616207E7108}" destId="{58C8FDE6-B5CE-4C15-B77E-190F7E6F20AC}" srcOrd="5" destOrd="0" presId="urn:microsoft.com/office/officeart/2005/8/layout/vProcess5"/>
    <dgm:cxn modelId="{5EA45684-98EF-4A7C-AAD4-F08441B86686}" type="presParOf" srcId="{3858408E-DAEE-4828-BF5E-8616207E7108}" destId="{0CF11DA8-7737-4D19-92C8-42DD6A18889A}" srcOrd="6" destOrd="0" presId="urn:microsoft.com/office/officeart/2005/8/layout/vProcess5"/>
    <dgm:cxn modelId="{7C154E38-A63F-47C0-B0AA-28B61C637BDE}" type="presParOf" srcId="{3858408E-DAEE-4828-BF5E-8616207E7108}" destId="{3D87FDCF-8E10-43C8-B314-DD9ECBAAF5B9}" srcOrd="7" destOrd="0" presId="urn:microsoft.com/office/officeart/2005/8/layout/vProcess5"/>
    <dgm:cxn modelId="{7712452E-7B88-48EE-BBA7-21081231D558}" type="presParOf" srcId="{3858408E-DAEE-4828-BF5E-8616207E7108}" destId="{35FCAA33-B4EA-4160-82B0-7516269769E0}" srcOrd="8" destOrd="0" presId="urn:microsoft.com/office/officeart/2005/8/layout/vProcess5"/>
    <dgm:cxn modelId="{965346A7-D6DD-429B-ADC0-9178F321FCA4}" type="presParOf" srcId="{3858408E-DAEE-4828-BF5E-8616207E7108}" destId="{A5BFE161-5281-4518-9DD0-3889A7838C74}" srcOrd="9" destOrd="0" presId="urn:microsoft.com/office/officeart/2005/8/layout/vProcess5"/>
    <dgm:cxn modelId="{A0D36E12-E606-430D-B99B-773F40774F34}" type="presParOf" srcId="{3858408E-DAEE-4828-BF5E-8616207E7108}" destId="{A4535F38-BD71-49D2-BF8F-803C2E838310}" srcOrd="10" destOrd="0" presId="urn:microsoft.com/office/officeart/2005/8/layout/vProcess5"/>
    <dgm:cxn modelId="{E83D467C-FDA5-4D03-AF7D-E5AEE6371D03}" type="presParOf" srcId="{3858408E-DAEE-4828-BF5E-8616207E7108}" destId="{D50EDFF1-ADE8-4C2F-8972-C07EB56EF2C4}" srcOrd="11" destOrd="0" presId="urn:microsoft.com/office/officeart/2005/8/layout/vProcess5"/>
    <dgm:cxn modelId="{76BA7644-CAED-4644-BB29-19EAD4A3A987}" type="presParOf" srcId="{3858408E-DAEE-4828-BF5E-8616207E7108}" destId="{1F1B4962-FA58-44D1-A4EF-086E088E6F2A}" srcOrd="12" destOrd="0" presId="urn:microsoft.com/office/officeart/2005/8/layout/vProcess5"/>
    <dgm:cxn modelId="{4CE4B5C4-1032-442D-9EB4-49239D891573}" type="presParOf" srcId="{3858408E-DAEE-4828-BF5E-8616207E7108}" destId="{6AF17670-8A68-430D-A58C-62F147549E8A}" srcOrd="13" destOrd="0" presId="urn:microsoft.com/office/officeart/2005/8/layout/vProcess5"/>
    <dgm:cxn modelId="{E86B99C9-13C6-4D20-8A3C-E71DCBE91638}" type="presParOf" srcId="{3858408E-DAEE-4828-BF5E-8616207E7108}" destId="{93E56250-B86D-4F50-893D-050339A77A7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8F49C6-2E7F-4B0B-80BF-3670DFCC64F8}" type="doc">
      <dgm:prSet loTypeId="urn:microsoft.com/office/officeart/2005/8/layout/list1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C1452FE9-5CDE-460B-811C-EFCA6B546BE3}">
      <dgm:prSet/>
      <dgm:spPr/>
      <dgm:t>
        <a:bodyPr/>
        <a:lstStyle/>
        <a:p>
          <a:r>
            <a:rPr lang="en-US" b="1"/>
            <a:t>Key Insights:</a:t>
          </a:r>
          <a:endParaRPr lang="en-IN"/>
        </a:p>
      </dgm:t>
    </dgm:pt>
    <dgm:pt modelId="{6973E33E-D8EB-4E4F-9569-6FD120863DFD}" type="parTrans" cxnId="{3AC0581A-2AC5-499E-883A-6ED06B3373CC}">
      <dgm:prSet/>
      <dgm:spPr/>
      <dgm:t>
        <a:bodyPr/>
        <a:lstStyle/>
        <a:p>
          <a:endParaRPr lang="en-IN"/>
        </a:p>
      </dgm:t>
    </dgm:pt>
    <dgm:pt modelId="{F316E064-6B46-4DEC-A6B9-1CA46B54C8DD}" type="sibTrans" cxnId="{3AC0581A-2AC5-499E-883A-6ED06B3373CC}">
      <dgm:prSet/>
      <dgm:spPr/>
      <dgm:t>
        <a:bodyPr/>
        <a:lstStyle/>
        <a:p>
          <a:endParaRPr lang="en-IN"/>
        </a:p>
      </dgm:t>
    </dgm:pt>
    <dgm:pt modelId="{0CE36FBE-4183-4210-ADB1-617A86C7EFCC}">
      <dgm:prSet/>
      <dgm:spPr/>
      <dgm:t>
        <a:bodyPr/>
        <a:lstStyle/>
        <a:p>
          <a:r>
            <a:rPr lang="en-US" b="1" dirty="0"/>
            <a:t>City Hotel generates higher overall revenue</a:t>
          </a:r>
          <a:endParaRPr lang="en-IN" dirty="0"/>
        </a:p>
      </dgm:t>
    </dgm:pt>
    <dgm:pt modelId="{AB9500CA-9820-4CDD-A9C0-767B6BFFEC20}" type="parTrans" cxnId="{8739D889-55E4-4326-92AE-846B2F9DF84C}">
      <dgm:prSet/>
      <dgm:spPr/>
      <dgm:t>
        <a:bodyPr/>
        <a:lstStyle/>
        <a:p>
          <a:endParaRPr lang="en-IN"/>
        </a:p>
      </dgm:t>
    </dgm:pt>
    <dgm:pt modelId="{19FF6315-9ED8-4B45-B54C-98121E2D7AE7}" type="sibTrans" cxnId="{8739D889-55E4-4326-92AE-846B2F9DF84C}">
      <dgm:prSet/>
      <dgm:spPr/>
      <dgm:t>
        <a:bodyPr/>
        <a:lstStyle/>
        <a:p>
          <a:endParaRPr lang="en-IN"/>
        </a:p>
      </dgm:t>
    </dgm:pt>
    <dgm:pt modelId="{57D1144B-0AA9-4C61-B81F-C3F089935B84}">
      <dgm:prSet/>
      <dgm:spPr/>
      <dgm:t>
        <a:bodyPr/>
        <a:lstStyle/>
        <a:p>
          <a:r>
            <a:rPr lang="en-US" b="1" dirty="0"/>
            <a:t> Online (OTA) bookings bring more revenue but also more cancellations</a:t>
          </a:r>
          <a:endParaRPr lang="en-IN" dirty="0"/>
        </a:p>
      </dgm:t>
    </dgm:pt>
    <dgm:pt modelId="{65D12F8F-F21B-444D-9581-4CB1B51ECA77}" type="parTrans" cxnId="{52C605CD-5A4C-4AA5-B37C-59D66F3E3F4F}">
      <dgm:prSet/>
      <dgm:spPr/>
      <dgm:t>
        <a:bodyPr/>
        <a:lstStyle/>
        <a:p>
          <a:endParaRPr lang="en-IN"/>
        </a:p>
      </dgm:t>
    </dgm:pt>
    <dgm:pt modelId="{0F245F2B-17F0-4A89-A8BC-AE801F24B023}" type="sibTrans" cxnId="{52C605CD-5A4C-4AA5-B37C-59D66F3E3F4F}">
      <dgm:prSet/>
      <dgm:spPr/>
      <dgm:t>
        <a:bodyPr/>
        <a:lstStyle/>
        <a:p>
          <a:endParaRPr lang="en-IN"/>
        </a:p>
      </dgm:t>
    </dgm:pt>
    <dgm:pt modelId="{FF3CA0AF-ED79-4120-BB3D-45DBE2EFA218}">
      <dgm:prSet/>
      <dgm:spPr/>
      <dgm:t>
        <a:bodyPr/>
        <a:lstStyle/>
        <a:p>
          <a:r>
            <a:rPr lang="en-US" b="1" dirty="0"/>
            <a:t>Transient customers contribute highest room nights and revenue</a:t>
          </a:r>
          <a:endParaRPr lang="en-IN" dirty="0"/>
        </a:p>
      </dgm:t>
    </dgm:pt>
    <dgm:pt modelId="{B0588E58-B001-4CB5-878C-36D8FE8B27A2}" type="parTrans" cxnId="{EEBB69C2-9244-4295-84D6-47E5FD2CA5E0}">
      <dgm:prSet/>
      <dgm:spPr/>
      <dgm:t>
        <a:bodyPr/>
        <a:lstStyle/>
        <a:p>
          <a:endParaRPr lang="en-IN"/>
        </a:p>
      </dgm:t>
    </dgm:pt>
    <dgm:pt modelId="{B17DEC22-45F6-43A5-A6F2-EB469B33E87C}" type="sibTrans" cxnId="{EEBB69C2-9244-4295-84D6-47E5FD2CA5E0}">
      <dgm:prSet/>
      <dgm:spPr/>
      <dgm:t>
        <a:bodyPr/>
        <a:lstStyle/>
        <a:p>
          <a:endParaRPr lang="en-IN"/>
        </a:p>
      </dgm:t>
    </dgm:pt>
    <dgm:pt modelId="{41F84C8C-0B48-4C2E-9BD8-61CBB06BAA3F}">
      <dgm:prSet/>
      <dgm:spPr/>
      <dgm:t>
        <a:bodyPr/>
        <a:lstStyle/>
        <a:p>
          <a:r>
            <a:rPr lang="en-US" b="1" dirty="0"/>
            <a:t>Pricing varies with season and customer category</a:t>
          </a:r>
          <a:endParaRPr lang="en-IN" dirty="0"/>
        </a:p>
      </dgm:t>
    </dgm:pt>
    <dgm:pt modelId="{739FC126-C6A2-47BA-9E8A-38E28364A4C8}" type="parTrans" cxnId="{C5EE37EE-214E-4039-AB0B-61FA95849FBF}">
      <dgm:prSet/>
      <dgm:spPr/>
      <dgm:t>
        <a:bodyPr/>
        <a:lstStyle/>
        <a:p>
          <a:endParaRPr lang="en-IN"/>
        </a:p>
      </dgm:t>
    </dgm:pt>
    <dgm:pt modelId="{D53422F5-2344-4919-A5FF-41A891FAF3D4}" type="sibTrans" cxnId="{C5EE37EE-214E-4039-AB0B-61FA95849FBF}">
      <dgm:prSet/>
      <dgm:spPr/>
      <dgm:t>
        <a:bodyPr/>
        <a:lstStyle/>
        <a:p>
          <a:endParaRPr lang="en-IN"/>
        </a:p>
      </dgm:t>
    </dgm:pt>
    <dgm:pt modelId="{750B9DE2-F431-4A0B-9451-E32E497EA4E1}">
      <dgm:prSet/>
      <dgm:spPr/>
      <dgm:t>
        <a:bodyPr/>
        <a:lstStyle/>
        <a:p>
          <a:r>
            <a:rPr lang="en-US" b="1" dirty="0"/>
            <a:t>Distribution channel strongly impacts occupancy and revenue performance</a:t>
          </a:r>
          <a:endParaRPr lang="en-IN" dirty="0"/>
        </a:p>
      </dgm:t>
    </dgm:pt>
    <dgm:pt modelId="{013BACE8-28D7-4CF6-96F1-DA6474273A80}" type="parTrans" cxnId="{CB6FD095-ED2D-46FA-A4AE-A83EEEE16621}">
      <dgm:prSet/>
      <dgm:spPr/>
      <dgm:t>
        <a:bodyPr/>
        <a:lstStyle/>
        <a:p>
          <a:endParaRPr lang="en-IN"/>
        </a:p>
      </dgm:t>
    </dgm:pt>
    <dgm:pt modelId="{0310D966-E6EC-4E8B-BE28-87E967B2E3C0}" type="sibTrans" cxnId="{CB6FD095-ED2D-46FA-A4AE-A83EEEE16621}">
      <dgm:prSet/>
      <dgm:spPr/>
      <dgm:t>
        <a:bodyPr/>
        <a:lstStyle/>
        <a:p>
          <a:endParaRPr lang="en-IN"/>
        </a:p>
      </dgm:t>
    </dgm:pt>
    <dgm:pt modelId="{F0D34913-EDFD-42F2-8742-55536FDE3345}" type="pres">
      <dgm:prSet presAssocID="{908F49C6-2E7F-4B0B-80BF-3670DFCC64F8}" presName="linear" presStyleCnt="0">
        <dgm:presLayoutVars>
          <dgm:dir/>
          <dgm:animLvl val="lvl"/>
          <dgm:resizeHandles val="exact"/>
        </dgm:presLayoutVars>
      </dgm:prSet>
      <dgm:spPr/>
    </dgm:pt>
    <dgm:pt modelId="{3029F754-9BA2-4036-B9C2-2F0863882D4E}" type="pres">
      <dgm:prSet presAssocID="{C1452FE9-5CDE-460B-811C-EFCA6B546BE3}" presName="parentLin" presStyleCnt="0"/>
      <dgm:spPr/>
    </dgm:pt>
    <dgm:pt modelId="{174FCD6F-3AA6-4F27-8F05-F16D5BE8F7B8}" type="pres">
      <dgm:prSet presAssocID="{C1452FE9-5CDE-460B-811C-EFCA6B546BE3}" presName="parentLeftMargin" presStyleLbl="node1" presStyleIdx="0" presStyleCnt="1"/>
      <dgm:spPr/>
    </dgm:pt>
    <dgm:pt modelId="{6083B68B-5CC6-4D0A-B307-C9D0AFAB9128}" type="pres">
      <dgm:prSet presAssocID="{C1452FE9-5CDE-460B-811C-EFCA6B546BE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A9B0D0F-7A82-4F5A-A6FE-B4EA71E87357}" type="pres">
      <dgm:prSet presAssocID="{C1452FE9-5CDE-460B-811C-EFCA6B546BE3}" presName="negativeSpace" presStyleCnt="0"/>
      <dgm:spPr/>
    </dgm:pt>
    <dgm:pt modelId="{1A6EAD28-61A3-4CAC-9F9D-BB77BCB66DFB}" type="pres">
      <dgm:prSet presAssocID="{C1452FE9-5CDE-460B-811C-EFCA6B546BE3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F4CB407-529E-4E70-8673-431D804A2277}" type="presOf" srcId="{C1452FE9-5CDE-460B-811C-EFCA6B546BE3}" destId="{6083B68B-5CC6-4D0A-B307-C9D0AFAB9128}" srcOrd="1" destOrd="0" presId="urn:microsoft.com/office/officeart/2005/8/layout/list1"/>
    <dgm:cxn modelId="{3AC0581A-2AC5-499E-883A-6ED06B3373CC}" srcId="{908F49C6-2E7F-4B0B-80BF-3670DFCC64F8}" destId="{C1452FE9-5CDE-460B-811C-EFCA6B546BE3}" srcOrd="0" destOrd="0" parTransId="{6973E33E-D8EB-4E4F-9569-6FD120863DFD}" sibTransId="{F316E064-6B46-4DEC-A6B9-1CA46B54C8DD}"/>
    <dgm:cxn modelId="{8739D889-55E4-4326-92AE-846B2F9DF84C}" srcId="{C1452FE9-5CDE-460B-811C-EFCA6B546BE3}" destId="{0CE36FBE-4183-4210-ADB1-617A86C7EFCC}" srcOrd="0" destOrd="0" parTransId="{AB9500CA-9820-4CDD-A9C0-767B6BFFEC20}" sibTransId="{19FF6315-9ED8-4B45-B54C-98121E2D7AE7}"/>
    <dgm:cxn modelId="{CB6FD095-ED2D-46FA-A4AE-A83EEEE16621}" srcId="{C1452FE9-5CDE-460B-811C-EFCA6B546BE3}" destId="{750B9DE2-F431-4A0B-9451-E32E497EA4E1}" srcOrd="4" destOrd="0" parTransId="{013BACE8-28D7-4CF6-96F1-DA6474273A80}" sibTransId="{0310D966-E6EC-4E8B-BE28-87E967B2E3C0}"/>
    <dgm:cxn modelId="{43B866AB-42C0-4467-B3F6-48D4DA114757}" type="presOf" srcId="{41F84C8C-0B48-4C2E-9BD8-61CBB06BAA3F}" destId="{1A6EAD28-61A3-4CAC-9F9D-BB77BCB66DFB}" srcOrd="0" destOrd="3" presId="urn:microsoft.com/office/officeart/2005/8/layout/list1"/>
    <dgm:cxn modelId="{1EAC7EB1-8317-4729-836C-28CB394E4B53}" type="presOf" srcId="{0CE36FBE-4183-4210-ADB1-617A86C7EFCC}" destId="{1A6EAD28-61A3-4CAC-9F9D-BB77BCB66DFB}" srcOrd="0" destOrd="0" presId="urn:microsoft.com/office/officeart/2005/8/layout/list1"/>
    <dgm:cxn modelId="{475612B6-1CD3-4F03-A4A3-A82A32B26A73}" type="presOf" srcId="{57D1144B-0AA9-4C61-B81F-C3F089935B84}" destId="{1A6EAD28-61A3-4CAC-9F9D-BB77BCB66DFB}" srcOrd="0" destOrd="1" presId="urn:microsoft.com/office/officeart/2005/8/layout/list1"/>
    <dgm:cxn modelId="{EEBB69C2-9244-4295-84D6-47E5FD2CA5E0}" srcId="{C1452FE9-5CDE-460B-811C-EFCA6B546BE3}" destId="{FF3CA0AF-ED79-4120-BB3D-45DBE2EFA218}" srcOrd="2" destOrd="0" parTransId="{B0588E58-B001-4CB5-878C-36D8FE8B27A2}" sibTransId="{B17DEC22-45F6-43A5-A6F2-EB469B33E87C}"/>
    <dgm:cxn modelId="{EC18DDCA-98CB-4353-950A-BF7E7EEC5A01}" type="presOf" srcId="{750B9DE2-F431-4A0B-9451-E32E497EA4E1}" destId="{1A6EAD28-61A3-4CAC-9F9D-BB77BCB66DFB}" srcOrd="0" destOrd="4" presId="urn:microsoft.com/office/officeart/2005/8/layout/list1"/>
    <dgm:cxn modelId="{52C605CD-5A4C-4AA5-B37C-59D66F3E3F4F}" srcId="{C1452FE9-5CDE-460B-811C-EFCA6B546BE3}" destId="{57D1144B-0AA9-4C61-B81F-C3F089935B84}" srcOrd="1" destOrd="0" parTransId="{65D12F8F-F21B-444D-9581-4CB1B51ECA77}" sibTransId="{0F245F2B-17F0-4A89-A8BC-AE801F24B023}"/>
    <dgm:cxn modelId="{5888F9D7-C285-4FB3-986F-8E31A5806FE0}" type="presOf" srcId="{908F49C6-2E7F-4B0B-80BF-3670DFCC64F8}" destId="{F0D34913-EDFD-42F2-8742-55536FDE3345}" srcOrd="0" destOrd="0" presId="urn:microsoft.com/office/officeart/2005/8/layout/list1"/>
    <dgm:cxn modelId="{A70E26EC-A302-4B56-9F14-4719C972E199}" type="presOf" srcId="{FF3CA0AF-ED79-4120-BB3D-45DBE2EFA218}" destId="{1A6EAD28-61A3-4CAC-9F9D-BB77BCB66DFB}" srcOrd="0" destOrd="2" presId="urn:microsoft.com/office/officeart/2005/8/layout/list1"/>
    <dgm:cxn modelId="{C5EE37EE-214E-4039-AB0B-61FA95849FBF}" srcId="{C1452FE9-5CDE-460B-811C-EFCA6B546BE3}" destId="{41F84C8C-0B48-4C2E-9BD8-61CBB06BAA3F}" srcOrd="3" destOrd="0" parTransId="{739FC126-C6A2-47BA-9E8A-38E28364A4C8}" sibTransId="{D53422F5-2344-4919-A5FF-41A891FAF3D4}"/>
    <dgm:cxn modelId="{47168DEE-D738-4A7E-9190-23B515983F34}" type="presOf" srcId="{C1452FE9-5CDE-460B-811C-EFCA6B546BE3}" destId="{174FCD6F-3AA6-4F27-8F05-F16D5BE8F7B8}" srcOrd="0" destOrd="0" presId="urn:microsoft.com/office/officeart/2005/8/layout/list1"/>
    <dgm:cxn modelId="{CB273FC1-57C6-4514-A7DC-861851930447}" type="presParOf" srcId="{F0D34913-EDFD-42F2-8742-55536FDE3345}" destId="{3029F754-9BA2-4036-B9C2-2F0863882D4E}" srcOrd="0" destOrd="0" presId="urn:microsoft.com/office/officeart/2005/8/layout/list1"/>
    <dgm:cxn modelId="{59E24510-07FC-41EC-A356-2027DA4A9923}" type="presParOf" srcId="{3029F754-9BA2-4036-B9C2-2F0863882D4E}" destId="{174FCD6F-3AA6-4F27-8F05-F16D5BE8F7B8}" srcOrd="0" destOrd="0" presId="urn:microsoft.com/office/officeart/2005/8/layout/list1"/>
    <dgm:cxn modelId="{65E9AB4C-53B3-4536-B2FC-972C9A0C59B6}" type="presParOf" srcId="{3029F754-9BA2-4036-B9C2-2F0863882D4E}" destId="{6083B68B-5CC6-4D0A-B307-C9D0AFAB9128}" srcOrd="1" destOrd="0" presId="urn:microsoft.com/office/officeart/2005/8/layout/list1"/>
    <dgm:cxn modelId="{65777FC3-CE4F-4471-9D4B-C687F7C273B1}" type="presParOf" srcId="{F0D34913-EDFD-42F2-8742-55536FDE3345}" destId="{1A9B0D0F-7A82-4F5A-A6FE-B4EA71E87357}" srcOrd="1" destOrd="0" presId="urn:microsoft.com/office/officeart/2005/8/layout/list1"/>
    <dgm:cxn modelId="{E2EDDB48-FB16-40D7-841A-B56B6E8B38E4}" type="presParOf" srcId="{F0D34913-EDFD-42F2-8742-55536FDE3345}" destId="{1A6EAD28-61A3-4CAC-9F9D-BB77BCB66DF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5F6919-24FE-4C3F-80B8-D81BDEDFEBE9}" type="doc">
      <dgm:prSet loTypeId="urn:microsoft.com/office/officeart/2005/8/layout/lProcess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54C1C0B2-B2D1-46E6-BBC0-E65673499909}">
      <dgm:prSet/>
      <dgm:spPr/>
      <dgm:t>
        <a:bodyPr/>
        <a:lstStyle/>
        <a:p>
          <a:r>
            <a:rPr lang="en-US" b="1"/>
            <a:t>Conclusion:</a:t>
          </a:r>
          <a:endParaRPr lang="en-IN"/>
        </a:p>
      </dgm:t>
    </dgm:pt>
    <dgm:pt modelId="{8078BB54-AFD4-465D-AB1B-7EE19ECE077E}" type="parTrans" cxnId="{1A2AA53A-370D-4605-A348-17A96A670D21}">
      <dgm:prSet/>
      <dgm:spPr/>
      <dgm:t>
        <a:bodyPr/>
        <a:lstStyle/>
        <a:p>
          <a:endParaRPr lang="en-IN"/>
        </a:p>
      </dgm:t>
    </dgm:pt>
    <dgm:pt modelId="{FE669C42-D6C3-4068-8B34-C0BF56CF7506}" type="sibTrans" cxnId="{1A2AA53A-370D-4605-A348-17A96A670D21}">
      <dgm:prSet/>
      <dgm:spPr/>
      <dgm:t>
        <a:bodyPr/>
        <a:lstStyle/>
        <a:p>
          <a:endParaRPr lang="en-IN"/>
        </a:p>
      </dgm:t>
    </dgm:pt>
    <dgm:pt modelId="{82C80F12-A91B-488A-8CC2-D7DC4638B0A2}">
      <dgm:prSet/>
      <dgm:spPr/>
      <dgm:t>
        <a:bodyPr/>
        <a:lstStyle/>
        <a:p>
          <a:r>
            <a:rPr lang="en-US" b="1" dirty="0"/>
            <a:t> Revenue analysis helps optimize pricing and demand strategy</a:t>
          </a:r>
          <a:endParaRPr lang="en-IN" dirty="0"/>
        </a:p>
      </dgm:t>
    </dgm:pt>
    <dgm:pt modelId="{1658833D-37E5-4AA5-9152-AC024464ADCA}" type="parTrans" cxnId="{732CB1AF-759B-4E71-B4BA-F9D28C891CA8}">
      <dgm:prSet/>
      <dgm:spPr/>
      <dgm:t>
        <a:bodyPr/>
        <a:lstStyle/>
        <a:p>
          <a:endParaRPr lang="en-IN"/>
        </a:p>
      </dgm:t>
    </dgm:pt>
    <dgm:pt modelId="{D7AB3D8F-E540-45BF-8DDD-2E465112E13D}" type="sibTrans" cxnId="{732CB1AF-759B-4E71-B4BA-F9D28C891CA8}">
      <dgm:prSet/>
      <dgm:spPr/>
      <dgm:t>
        <a:bodyPr/>
        <a:lstStyle/>
        <a:p>
          <a:endParaRPr lang="en-IN"/>
        </a:p>
      </dgm:t>
    </dgm:pt>
    <dgm:pt modelId="{DC98C228-B66F-4D05-AAFC-865B878280B2}">
      <dgm:prSet/>
      <dgm:spPr/>
      <dgm:t>
        <a:bodyPr/>
        <a:lstStyle/>
        <a:p>
          <a:r>
            <a:rPr lang="en-US" b="1" dirty="0"/>
            <a:t> Business should control OTA cancellations and focus on Direct bookings</a:t>
          </a:r>
          <a:endParaRPr lang="en-IN" dirty="0"/>
        </a:p>
      </dgm:t>
    </dgm:pt>
    <dgm:pt modelId="{C79C2108-0497-44D8-829E-1FDE271A1C8C}" type="parTrans" cxnId="{E046F330-14CF-462F-8ED6-8C64D180ECDC}">
      <dgm:prSet/>
      <dgm:spPr/>
      <dgm:t>
        <a:bodyPr/>
        <a:lstStyle/>
        <a:p>
          <a:endParaRPr lang="en-IN"/>
        </a:p>
      </dgm:t>
    </dgm:pt>
    <dgm:pt modelId="{938F007F-2B15-421B-A453-A0B5F40931D0}" type="sibTrans" cxnId="{E046F330-14CF-462F-8ED6-8C64D180ECDC}">
      <dgm:prSet/>
      <dgm:spPr/>
      <dgm:t>
        <a:bodyPr/>
        <a:lstStyle/>
        <a:p>
          <a:endParaRPr lang="en-IN"/>
        </a:p>
      </dgm:t>
    </dgm:pt>
    <dgm:pt modelId="{787EE5B7-DE40-4F44-A2A9-5677915832D7}">
      <dgm:prSet/>
      <dgm:spPr/>
      <dgm:t>
        <a:bodyPr/>
        <a:lstStyle/>
        <a:p>
          <a:r>
            <a:rPr lang="en-US" b="1" dirty="0"/>
            <a:t> Loyalty and promotional programs can target Transient customers</a:t>
          </a:r>
          <a:endParaRPr lang="en-IN" dirty="0"/>
        </a:p>
      </dgm:t>
    </dgm:pt>
    <dgm:pt modelId="{3A474844-3380-4162-8B15-98CB815ED3FF}" type="parTrans" cxnId="{4AC069B1-7E89-492C-8DF8-571988EFB705}">
      <dgm:prSet/>
      <dgm:spPr/>
      <dgm:t>
        <a:bodyPr/>
        <a:lstStyle/>
        <a:p>
          <a:endParaRPr lang="en-IN"/>
        </a:p>
      </dgm:t>
    </dgm:pt>
    <dgm:pt modelId="{245D58A2-7AB0-4039-89E2-8326DFCDFB00}" type="sibTrans" cxnId="{4AC069B1-7E89-492C-8DF8-571988EFB705}">
      <dgm:prSet/>
      <dgm:spPr/>
      <dgm:t>
        <a:bodyPr/>
        <a:lstStyle/>
        <a:p>
          <a:endParaRPr lang="en-IN"/>
        </a:p>
      </dgm:t>
    </dgm:pt>
    <dgm:pt modelId="{AEC3EF4D-1485-44D0-8AC7-0CF885F5A2E4}">
      <dgm:prSet/>
      <dgm:spPr/>
      <dgm:t>
        <a:bodyPr/>
        <a:lstStyle/>
        <a:p>
          <a:r>
            <a:rPr lang="en-US" b="1" dirty="0"/>
            <a:t> Seasonal patterns can help forecast resource planning</a:t>
          </a:r>
          <a:endParaRPr lang="en-IN" dirty="0"/>
        </a:p>
      </dgm:t>
    </dgm:pt>
    <dgm:pt modelId="{F7CC485A-61AB-4FBB-9C1C-7AB8B1E6E212}" type="parTrans" cxnId="{5AC0FCF7-1B89-4C90-8515-BCCC1260B4D9}">
      <dgm:prSet/>
      <dgm:spPr/>
      <dgm:t>
        <a:bodyPr/>
        <a:lstStyle/>
        <a:p>
          <a:endParaRPr lang="en-IN"/>
        </a:p>
      </dgm:t>
    </dgm:pt>
    <dgm:pt modelId="{644768FE-E604-45FE-A7F7-1D646A50920E}" type="sibTrans" cxnId="{5AC0FCF7-1B89-4C90-8515-BCCC1260B4D9}">
      <dgm:prSet/>
      <dgm:spPr/>
      <dgm:t>
        <a:bodyPr/>
        <a:lstStyle/>
        <a:p>
          <a:endParaRPr lang="en-IN"/>
        </a:p>
      </dgm:t>
    </dgm:pt>
    <dgm:pt modelId="{BC647306-386B-417D-B427-5004B870EBDF}">
      <dgm:prSet/>
      <dgm:spPr/>
      <dgm:t>
        <a:bodyPr/>
        <a:lstStyle/>
        <a:p>
          <a:r>
            <a:rPr lang="en-US" b="1" dirty="0"/>
            <a:t>Future Scope:</a:t>
          </a:r>
          <a:endParaRPr lang="en-IN" dirty="0"/>
        </a:p>
      </dgm:t>
    </dgm:pt>
    <dgm:pt modelId="{B028CD33-7740-4569-AA91-B795A34DB999}" type="parTrans" cxnId="{B69893C6-0A13-4F45-80D2-A2DA1AB975B1}">
      <dgm:prSet/>
      <dgm:spPr/>
      <dgm:t>
        <a:bodyPr/>
        <a:lstStyle/>
        <a:p>
          <a:endParaRPr lang="en-IN"/>
        </a:p>
      </dgm:t>
    </dgm:pt>
    <dgm:pt modelId="{EE2B94F4-DAC1-4827-A74E-34C587E5319F}" type="sibTrans" cxnId="{B69893C6-0A13-4F45-80D2-A2DA1AB975B1}">
      <dgm:prSet/>
      <dgm:spPr/>
      <dgm:t>
        <a:bodyPr/>
        <a:lstStyle/>
        <a:p>
          <a:endParaRPr lang="en-IN"/>
        </a:p>
      </dgm:t>
    </dgm:pt>
    <dgm:pt modelId="{BC7DAF18-A3C9-4822-A34E-7587F895EE38}">
      <dgm:prSet/>
      <dgm:spPr/>
      <dgm:t>
        <a:bodyPr/>
        <a:lstStyle/>
        <a:p>
          <a:r>
            <a:rPr lang="en-US" b="1" dirty="0"/>
            <a:t> Include API for real-time data updates</a:t>
          </a:r>
          <a:endParaRPr lang="en-IN" dirty="0"/>
        </a:p>
      </dgm:t>
    </dgm:pt>
    <dgm:pt modelId="{E4C680FF-1647-4513-923A-8202CE85B2EA}" type="parTrans" cxnId="{35C9452F-B9CE-4BAA-8B14-75B0DDD2F9F4}">
      <dgm:prSet/>
      <dgm:spPr/>
      <dgm:t>
        <a:bodyPr/>
        <a:lstStyle/>
        <a:p>
          <a:endParaRPr lang="en-IN"/>
        </a:p>
      </dgm:t>
    </dgm:pt>
    <dgm:pt modelId="{30ACAF6D-3E84-4AC8-B5D7-5A9D85932396}" type="sibTrans" cxnId="{35C9452F-B9CE-4BAA-8B14-75B0DDD2F9F4}">
      <dgm:prSet/>
      <dgm:spPr/>
      <dgm:t>
        <a:bodyPr/>
        <a:lstStyle/>
        <a:p>
          <a:endParaRPr lang="en-IN"/>
        </a:p>
      </dgm:t>
    </dgm:pt>
    <dgm:pt modelId="{EEDFF9D4-1540-4109-9D32-04B3515840CF}">
      <dgm:prSet/>
      <dgm:spPr/>
      <dgm:t>
        <a:bodyPr/>
        <a:lstStyle/>
        <a:p>
          <a:r>
            <a:rPr lang="en-US" b="1" dirty="0"/>
            <a:t> Add cost/profit analysis for financial accuracy</a:t>
          </a:r>
          <a:endParaRPr lang="en-IN" dirty="0"/>
        </a:p>
      </dgm:t>
    </dgm:pt>
    <dgm:pt modelId="{9FABB2D3-1DBC-4164-8F4D-3F74185010E1}" type="parTrans" cxnId="{2A9B0891-7255-465A-BFB3-B944FF44DF60}">
      <dgm:prSet/>
      <dgm:spPr/>
      <dgm:t>
        <a:bodyPr/>
        <a:lstStyle/>
        <a:p>
          <a:endParaRPr lang="en-IN"/>
        </a:p>
      </dgm:t>
    </dgm:pt>
    <dgm:pt modelId="{FA1DB46F-E93C-430E-8561-EA67019FA3A8}" type="sibTrans" cxnId="{2A9B0891-7255-465A-BFB3-B944FF44DF60}">
      <dgm:prSet/>
      <dgm:spPr/>
      <dgm:t>
        <a:bodyPr/>
        <a:lstStyle/>
        <a:p>
          <a:endParaRPr lang="en-IN"/>
        </a:p>
      </dgm:t>
    </dgm:pt>
    <dgm:pt modelId="{B06BB51E-2BD4-4DDD-81E3-3DC813869817}" type="pres">
      <dgm:prSet presAssocID="{695F6919-24FE-4C3F-80B8-D81BDEDFEBE9}" presName="theList" presStyleCnt="0">
        <dgm:presLayoutVars>
          <dgm:dir/>
          <dgm:animLvl val="lvl"/>
          <dgm:resizeHandles val="exact"/>
        </dgm:presLayoutVars>
      </dgm:prSet>
      <dgm:spPr/>
    </dgm:pt>
    <dgm:pt modelId="{A98EE7D5-6430-4872-A34C-A199D47147DE}" type="pres">
      <dgm:prSet presAssocID="{54C1C0B2-B2D1-46E6-BBC0-E65673499909}" presName="compNode" presStyleCnt="0"/>
      <dgm:spPr/>
    </dgm:pt>
    <dgm:pt modelId="{23C31075-4480-45B4-BBAE-F2B8D48A118B}" type="pres">
      <dgm:prSet presAssocID="{54C1C0B2-B2D1-46E6-BBC0-E65673499909}" presName="aNode" presStyleLbl="bgShp" presStyleIdx="0" presStyleCnt="2"/>
      <dgm:spPr/>
    </dgm:pt>
    <dgm:pt modelId="{B9E30323-B233-4391-9C34-6CAB0CBFC70A}" type="pres">
      <dgm:prSet presAssocID="{54C1C0B2-B2D1-46E6-BBC0-E65673499909}" presName="textNode" presStyleLbl="bgShp" presStyleIdx="0" presStyleCnt="2"/>
      <dgm:spPr/>
    </dgm:pt>
    <dgm:pt modelId="{6FE70DD6-940E-4109-9D58-C57D701E033C}" type="pres">
      <dgm:prSet presAssocID="{54C1C0B2-B2D1-46E6-BBC0-E65673499909}" presName="compChildNode" presStyleCnt="0"/>
      <dgm:spPr/>
    </dgm:pt>
    <dgm:pt modelId="{554021A8-6199-4F10-9E1C-5531646D39EF}" type="pres">
      <dgm:prSet presAssocID="{54C1C0B2-B2D1-46E6-BBC0-E65673499909}" presName="theInnerList" presStyleCnt="0"/>
      <dgm:spPr/>
    </dgm:pt>
    <dgm:pt modelId="{007D3627-4234-468D-9343-A01D4C7CF7CF}" type="pres">
      <dgm:prSet presAssocID="{82C80F12-A91B-488A-8CC2-D7DC4638B0A2}" presName="childNode" presStyleLbl="node1" presStyleIdx="0" presStyleCnt="6">
        <dgm:presLayoutVars>
          <dgm:bulletEnabled val="1"/>
        </dgm:presLayoutVars>
      </dgm:prSet>
      <dgm:spPr/>
    </dgm:pt>
    <dgm:pt modelId="{B629448A-D75C-4735-80D7-E79F50DA494A}" type="pres">
      <dgm:prSet presAssocID="{82C80F12-A91B-488A-8CC2-D7DC4638B0A2}" presName="aSpace2" presStyleCnt="0"/>
      <dgm:spPr/>
    </dgm:pt>
    <dgm:pt modelId="{4E12F950-CD85-492B-A4CD-DFB5FE6C0DFA}" type="pres">
      <dgm:prSet presAssocID="{DC98C228-B66F-4D05-AAFC-865B878280B2}" presName="childNode" presStyleLbl="node1" presStyleIdx="1" presStyleCnt="6">
        <dgm:presLayoutVars>
          <dgm:bulletEnabled val="1"/>
        </dgm:presLayoutVars>
      </dgm:prSet>
      <dgm:spPr/>
    </dgm:pt>
    <dgm:pt modelId="{E82CEE76-EDD3-4D5C-BF48-9C398422A213}" type="pres">
      <dgm:prSet presAssocID="{DC98C228-B66F-4D05-AAFC-865B878280B2}" presName="aSpace2" presStyleCnt="0"/>
      <dgm:spPr/>
    </dgm:pt>
    <dgm:pt modelId="{B79B7399-D466-44DA-BF92-D73833CD916B}" type="pres">
      <dgm:prSet presAssocID="{787EE5B7-DE40-4F44-A2A9-5677915832D7}" presName="childNode" presStyleLbl="node1" presStyleIdx="2" presStyleCnt="6">
        <dgm:presLayoutVars>
          <dgm:bulletEnabled val="1"/>
        </dgm:presLayoutVars>
      </dgm:prSet>
      <dgm:spPr/>
    </dgm:pt>
    <dgm:pt modelId="{5C1FC9E5-2CE4-467F-87B0-87C3461EFC11}" type="pres">
      <dgm:prSet presAssocID="{787EE5B7-DE40-4F44-A2A9-5677915832D7}" presName="aSpace2" presStyleCnt="0"/>
      <dgm:spPr/>
    </dgm:pt>
    <dgm:pt modelId="{AC6309E3-4DF0-4DEE-ACB2-F83F882E14DB}" type="pres">
      <dgm:prSet presAssocID="{AEC3EF4D-1485-44D0-8AC7-0CF885F5A2E4}" presName="childNode" presStyleLbl="node1" presStyleIdx="3" presStyleCnt="6">
        <dgm:presLayoutVars>
          <dgm:bulletEnabled val="1"/>
        </dgm:presLayoutVars>
      </dgm:prSet>
      <dgm:spPr/>
    </dgm:pt>
    <dgm:pt modelId="{0086DF87-BC3F-4667-A3E1-32B8F8A5C8B6}" type="pres">
      <dgm:prSet presAssocID="{54C1C0B2-B2D1-46E6-BBC0-E65673499909}" presName="aSpace" presStyleCnt="0"/>
      <dgm:spPr/>
    </dgm:pt>
    <dgm:pt modelId="{6DED1ED1-B340-49D4-B922-2BCD1A29AE2B}" type="pres">
      <dgm:prSet presAssocID="{BC647306-386B-417D-B427-5004B870EBDF}" presName="compNode" presStyleCnt="0"/>
      <dgm:spPr/>
    </dgm:pt>
    <dgm:pt modelId="{B33DFA37-E0AA-49CD-AB1B-40E0B1F7B852}" type="pres">
      <dgm:prSet presAssocID="{BC647306-386B-417D-B427-5004B870EBDF}" presName="aNode" presStyleLbl="bgShp" presStyleIdx="1" presStyleCnt="2"/>
      <dgm:spPr/>
    </dgm:pt>
    <dgm:pt modelId="{D9A88732-C7E4-4258-AA49-EC4626EA16B0}" type="pres">
      <dgm:prSet presAssocID="{BC647306-386B-417D-B427-5004B870EBDF}" presName="textNode" presStyleLbl="bgShp" presStyleIdx="1" presStyleCnt="2"/>
      <dgm:spPr/>
    </dgm:pt>
    <dgm:pt modelId="{38EC273D-6254-4329-BC57-3E5B7E6B062B}" type="pres">
      <dgm:prSet presAssocID="{BC647306-386B-417D-B427-5004B870EBDF}" presName="compChildNode" presStyleCnt="0"/>
      <dgm:spPr/>
    </dgm:pt>
    <dgm:pt modelId="{E7647B40-F6B2-4063-BB07-1B727BAAF39B}" type="pres">
      <dgm:prSet presAssocID="{BC647306-386B-417D-B427-5004B870EBDF}" presName="theInnerList" presStyleCnt="0"/>
      <dgm:spPr/>
    </dgm:pt>
    <dgm:pt modelId="{FDC5A0D1-D156-4A9A-AB6D-7BCE12A26A67}" type="pres">
      <dgm:prSet presAssocID="{BC7DAF18-A3C9-4822-A34E-7587F895EE38}" presName="childNode" presStyleLbl="node1" presStyleIdx="4" presStyleCnt="6">
        <dgm:presLayoutVars>
          <dgm:bulletEnabled val="1"/>
        </dgm:presLayoutVars>
      </dgm:prSet>
      <dgm:spPr/>
    </dgm:pt>
    <dgm:pt modelId="{CEE2BE50-C821-4897-91E3-6AE8DED5AF60}" type="pres">
      <dgm:prSet presAssocID="{BC7DAF18-A3C9-4822-A34E-7587F895EE38}" presName="aSpace2" presStyleCnt="0"/>
      <dgm:spPr/>
    </dgm:pt>
    <dgm:pt modelId="{4788D5A4-11E6-42D2-9058-A9149AF71FF3}" type="pres">
      <dgm:prSet presAssocID="{EEDFF9D4-1540-4109-9D32-04B3515840CF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F571C01B-0A2F-4ED0-8DF6-2701E375C9FA}" type="presOf" srcId="{82C80F12-A91B-488A-8CC2-D7DC4638B0A2}" destId="{007D3627-4234-468D-9343-A01D4C7CF7CF}" srcOrd="0" destOrd="0" presId="urn:microsoft.com/office/officeart/2005/8/layout/lProcess2"/>
    <dgm:cxn modelId="{041C5027-7607-414A-8CBF-E7C8FF96B6F2}" type="presOf" srcId="{787EE5B7-DE40-4F44-A2A9-5677915832D7}" destId="{B79B7399-D466-44DA-BF92-D73833CD916B}" srcOrd="0" destOrd="0" presId="urn:microsoft.com/office/officeart/2005/8/layout/lProcess2"/>
    <dgm:cxn modelId="{35C9452F-B9CE-4BAA-8B14-75B0DDD2F9F4}" srcId="{BC647306-386B-417D-B427-5004B870EBDF}" destId="{BC7DAF18-A3C9-4822-A34E-7587F895EE38}" srcOrd="0" destOrd="0" parTransId="{E4C680FF-1647-4513-923A-8202CE85B2EA}" sibTransId="{30ACAF6D-3E84-4AC8-B5D7-5A9D85932396}"/>
    <dgm:cxn modelId="{E046F330-14CF-462F-8ED6-8C64D180ECDC}" srcId="{54C1C0B2-B2D1-46E6-BBC0-E65673499909}" destId="{DC98C228-B66F-4D05-AAFC-865B878280B2}" srcOrd="1" destOrd="0" parTransId="{C79C2108-0497-44D8-829E-1FDE271A1C8C}" sibTransId="{938F007F-2B15-421B-A453-A0B5F40931D0}"/>
    <dgm:cxn modelId="{AD17DC38-667F-44F2-A10D-9D8D7BCA2DA0}" type="presOf" srcId="{DC98C228-B66F-4D05-AAFC-865B878280B2}" destId="{4E12F950-CD85-492B-A4CD-DFB5FE6C0DFA}" srcOrd="0" destOrd="0" presId="urn:microsoft.com/office/officeart/2005/8/layout/lProcess2"/>
    <dgm:cxn modelId="{1A2AA53A-370D-4605-A348-17A96A670D21}" srcId="{695F6919-24FE-4C3F-80B8-D81BDEDFEBE9}" destId="{54C1C0B2-B2D1-46E6-BBC0-E65673499909}" srcOrd="0" destOrd="0" parTransId="{8078BB54-AFD4-465D-AB1B-7EE19ECE077E}" sibTransId="{FE669C42-D6C3-4068-8B34-C0BF56CF7506}"/>
    <dgm:cxn modelId="{68EEB96D-A567-414C-969C-888F8EE658AD}" type="presOf" srcId="{695F6919-24FE-4C3F-80B8-D81BDEDFEBE9}" destId="{B06BB51E-2BD4-4DDD-81E3-3DC813869817}" srcOrd="0" destOrd="0" presId="urn:microsoft.com/office/officeart/2005/8/layout/lProcess2"/>
    <dgm:cxn modelId="{DAFC8A77-B518-4B29-BBD7-1A9BC4161477}" type="presOf" srcId="{BC7DAF18-A3C9-4822-A34E-7587F895EE38}" destId="{FDC5A0D1-D156-4A9A-AB6D-7BCE12A26A67}" srcOrd="0" destOrd="0" presId="urn:microsoft.com/office/officeart/2005/8/layout/lProcess2"/>
    <dgm:cxn modelId="{AC811985-A681-4288-AFC3-0819797CF81D}" type="presOf" srcId="{54C1C0B2-B2D1-46E6-BBC0-E65673499909}" destId="{23C31075-4480-45B4-BBAE-F2B8D48A118B}" srcOrd="0" destOrd="0" presId="urn:microsoft.com/office/officeart/2005/8/layout/lProcess2"/>
    <dgm:cxn modelId="{2A9B0891-7255-465A-BFB3-B944FF44DF60}" srcId="{BC647306-386B-417D-B427-5004B870EBDF}" destId="{EEDFF9D4-1540-4109-9D32-04B3515840CF}" srcOrd="1" destOrd="0" parTransId="{9FABB2D3-1DBC-4164-8F4D-3F74185010E1}" sibTransId="{FA1DB46F-E93C-430E-8561-EA67019FA3A8}"/>
    <dgm:cxn modelId="{4CF4B897-1AB5-458D-A2DE-286A92F1B3FC}" type="presOf" srcId="{EEDFF9D4-1540-4109-9D32-04B3515840CF}" destId="{4788D5A4-11E6-42D2-9058-A9149AF71FF3}" srcOrd="0" destOrd="0" presId="urn:microsoft.com/office/officeart/2005/8/layout/lProcess2"/>
    <dgm:cxn modelId="{732CB1AF-759B-4E71-B4BA-F9D28C891CA8}" srcId="{54C1C0B2-B2D1-46E6-BBC0-E65673499909}" destId="{82C80F12-A91B-488A-8CC2-D7DC4638B0A2}" srcOrd="0" destOrd="0" parTransId="{1658833D-37E5-4AA5-9152-AC024464ADCA}" sibTransId="{D7AB3D8F-E540-45BF-8DDD-2E465112E13D}"/>
    <dgm:cxn modelId="{3C6C14B1-D0B1-4995-B33E-F34F0F1A2D5E}" type="presOf" srcId="{AEC3EF4D-1485-44D0-8AC7-0CF885F5A2E4}" destId="{AC6309E3-4DF0-4DEE-ACB2-F83F882E14DB}" srcOrd="0" destOrd="0" presId="urn:microsoft.com/office/officeart/2005/8/layout/lProcess2"/>
    <dgm:cxn modelId="{4AC069B1-7E89-492C-8DF8-571988EFB705}" srcId="{54C1C0B2-B2D1-46E6-BBC0-E65673499909}" destId="{787EE5B7-DE40-4F44-A2A9-5677915832D7}" srcOrd="2" destOrd="0" parTransId="{3A474844-3380-4162-8B15-98CB815ED3FF}" sibTransId="{245D58A2-7AB0-4039-89E2-8326DFCDFB00}"/>
    <dgm:cxn modelId="{750FB8C5-D446-4AE9-8F24-7FB94D52FA02}" type="presOf" srcId="{54C1C0B2-B2D1-46E6-BBC0-E65673499909}" destId="{B9E30323-B233-4391-9C34-6CAB0CBFC70A}" srcOrd="1" destOrd="0" presId="urn:microsoft.com/office/officeart/2005/8/layout/lProcess2"/>
    <dgm:cxn modelId="{B69893C6-0A13-4F45-80D2-A2DA1AB975B1}" srcId="{695F6919-24FE-4C3F-80B8-D81BDEDFEBE9}" destId="{BC647306-386B-417D-B427-5004B870EBDF}" srcOrd="1" destOrd="0" parTransId="{B028CD33-7740-4569-AA91-B795A34DB999}" sibTransId="{EE2B94F4-DAC1-4827-A74E-34C587E5319F}"/>
    <dgm:cxn modelId="{B910B6CB-85F1-4CCF-B26B-17F274D6FD0B}" type="presOf" srcId="{BC647306-386B-417D-B427-5004B870EBDF}" destId="{B33DFA37-E0AA-49CD-AB1B-40E0B1F7B852}" srcOrd="0" destOrd="0" presId="urn:microsoft.com/office/officeart/2005/8/layout/lProcess2"/>
    <dgm:cxn modelId="{AE8513CE-0E7A-4CF3-BC34-902F4C5C916F}" type="presOf" srcId="{BC647306-386B-417D-B427-5004B870EBDF}" destId="{D9A88732-C7E4-4258-AA49-EC4626EA16B0}" srcOrd="1" destOrd="0" presId="urn:microsoft.com/office/officeart/2005/8/layout/lProcess2"/>
    <dgm:cxn modelId="{5AC0FCF7-1B89-4C90-8515-BCCC1260B4D9}" srcId="{54C1C0B2-B2D1-46E6-BBC0-E65673499909}" destId="{AEC3EF4D-1485-44D0-8AC7-0CF885F5A2E4}" srcOrd="3" destOrd="0" parTransId="{F7CC485A-61AB-4FBB-9C1C-7AB8B1E6E212}" sibTransId="{644768FE-E604-45FE-A7F7-1D646A50920E}"/>
    <dgm:cxn modelId="{843AC638-90BF-49E3-8ED6-FFC9B6F4BA9F}" type="presParOf" srcId="{B06BB51E-2BD4-4DDD-81E3-3DC813869817}" destId="{A98EE7D5-6430-4872-A34C-A199D47147DE}" srcOrd="0" destOrd="0" presId="urn:microsoft.com/office/officeart/2005/8/layout/lProcess2"/>
    <dgm:cxn modelId="{0ABD8C55-328E-4C76-82F7-587C2D95D948}" type="presParOf" srcId="{A98EE7D5-6430-4872-A34C-A199D47147DE}" destId="{23C31075-4480-45B4-BBAE-F2B8D48A118B}" srcOrd="0" destOrd="0" presId="urn:microsoft.com/office/officeart/2005/8/layout/lProcess2"/>
    <dgm:cxn modelId="{DB81BBA9-3F4B-46AB-85ED-88F8453FC26F}" type="presParOf" srcId="{A98EE7D5-6430-4872-A34C-A199D47147DE}" destId="{B9E30323-B233-4391-9C34-6CAB0CBFC70A}" srcOrd="1" destOrd="0" presId="urn:microsoft.com/office/officeart/2005/8/layout/lProcess2"/>
    <dgm:cxn modelId="{5D1CB015-0342-4B58-BD14-BEBAC594A3D7}" type="presParOf" srcId="{A98EE7D5-6430-4872-A34C-A199D47147DE}" destId="{6FE70DD6-940E-4109-9D58-C57D701E033C}" srcOrd="2" destOrd="0" presId="urn:microsoft.com/office/officeart/2005/8/layout/lProcess2"/>
    <dgm:cxn modelId="{B300F079-EBF1-4CC8-9473-A8DFD0E40FE7}" type="presParOf" srcId="{6FE70DD6-940E-4109-9D58-C57D701E033C}" destId="{554021A8-6199-4F10-9E1C-5531646D39EF}" srcOrd="0" destOrd="0" presId="urn:microsoft.com/office/officeart/2005/8/layout/lProcess2"/>
    <dgm:cxn modelId="{15D4AE71-A550-44B9-AC39-8822F48EED49}" type="presParOf" srcId="{554021A8-6199-4F10-9E1C-5531646D39EF}" destId="{007D3627-4234-468D-9343-A01D4C7CF7CF}" srcOrd="0" destOrd="0" presId="urn:microsoft.com/office/officeart/2005/8/layout/lProcess2"/>
    <dgm:cxn modelId="{F56D2E12-EEC1-4263-9C4F-237D8F35AFE7}" type="presParOf" srcId="{554021A8-6199-4F10-9E1C-5531646D39EF}" destId="{B629448A-D75C-4735-80D7-E79F50DA494A}" srcOrd="1" destOrd="0" presId="urn:microsoft.com/office/officeart/2005/8/layout/lProcess2"/>
    <dgm:cxn modelId="{98A70CBB-DC9A-4AD8-A2C1-77C739E16336}" type="presParOf" srcId="{554021A8-6199-4F10-9E1C-5531646D39EF}" destId="{4E12F950-CD85-492B-A4CD-DFB5FE6C0DFA}" srcOrd="2" destOrd="0" presId="urn:microsoft.com/office/officeart/2005/8/layout/lProcess2"/>
    <dgm:cxn modelId="{F1CB39ED-CBED-4386-BDD2-07DB66A0E80F}" type="presParOf" srcId="{554021A8-6199-4F10-9E1C-5531646D39EF}" destId="{E82CEE76-EDD3-4D5C-BF48-9C398422A213}" srcOrd="3" destOrd="0" presId="urn:microsoft.com/office/officeart/2005/8/layout/lProcess2"/>
    <dgm:cxn modelId="{4E87784B-D5D4-4848-8C28-ABA82C6CCE1F}" type="presParOf" srcId="{554021A8-6199-4F10-9E1C-5531646D39EF}" destId="{B79B7399-D466-44DA-BF92-D73833CD916B}" srcOrd="4" destOrd="0" presId="urn:microsoft.com/office/officeart/2005/8/layout/lProcess2"/>
    <dgm:cxn modelId="{89AE227D-36E8-497B-A0E8-82FDEDB9FACE}" type="presParOf" srcId="{554021A8-6199-4F10-9E1C-5531646D39EF}" destId="{5C1FC9E5-2CE4-467F-87B0-87C3461EFC11}" srcOrd="5" destOrd="0" presId="urn:microsoft.com/office/officeart/2005/8/layout/lProcess2"/>
    <dgm:cxn modelId="{06C5AF05-6009-4810-B30C-0BC7CC47594C}" type="presParOf" srcId="{554021A8-6199-4F10-9E1C-5531646D39EF}" destId="{AC6309E3-4DF0-4DEE-ACB2-F83F882E14DB}" srcOrd="6" destOrd="0" presId="urn:microsoft.com/office/officeart/2005/8/layout/lProcess2"/>
    <dgm:cxn modelId="{4F61450E-17FE-45DD-8F8A-CC8E4E022AA2}" type="presParOf" srcId="{B06BB51E-2BD4-4DDD-81E3-3DC813869817}" destId="{0086DF87-BC3F-4667-A3E1-32B8F8A5C8B6}" srcOrd="1" destOrd="0" presId="urn:microsoft.com/office/officeart/2005/8/layout/lProcess2"/>
    <dgm:cxn modelId="{F4A2D8B1-FC8D-408F-A7CC-C017907C170D}" type="presParOf" srcId="{B06BB51E-2BD4-4DDD-81E3-3DC813869817}" destId="{6DED1ED1-B340-49D4-B922-2BCD1A29AE2B}" srcOrd="2" destOrd="0" presId="urn:microsoft.com/office/officeart/2005/8/layout/lProcess2"/>
    <dgm:cxn modelId="{9BF113A6-3E6F-41B3-B274-8937833B4AA3}" type="presParOf" srcId="{6DED1ED1-B340-49D4-B922-2BCD1A29AE2B}" destId="{B33DFA37-E0AA-49CD-AB1B-40E0B1F7B852}" srcOrd="0" destOrd="0" presId="urn:microsoft.com/office/officeart/2005/8/layout/lProcess2"/>
    <dgm:cxn modelId="{F3855A37-201E-4C77-A0E7-877946C948EE}" type="presParOf" srcId="{6DED1ED1-B340-49D4-B922-2BCD1A29AE2B}" destId="{D9A88732-C7E4-4258-AA49-EC4626EA16B0}" srcOrd="1" destOrd="0" presId="urn:microsoft.com/office/officeart/2005/8/layout/lProcess2"/>
    <dgm:cxn modelId="{C05EBFB2-FBA9-4F0F-AB84-E791091122F0}" type="presParOf" srcId="{6DED1ED1-B340-49D4-B922-2BCD1A29AE2B}" destId="{38EC273D-6254-4329-BC57-3E5B7E6B062B}" srcOrd="2" destOrd="0" presId="urn:microsoft.com/office/officeart/2005/8/layout/lProcess2"/>
    <dgm:cxn modelId="{23AF225D-5B87-41FE-AB4B-7D114862DE57}" type="presParOf" srcId="{38EC273D-6254-4329-BC57-3E5B7E6B062B}" destId="{E7647B40-F6B2-4063-BB07-1B727BAAF39B}" srcOrd="0" destOrd="0" presId="urn:microsoft.com/office/officeart/2005/8/layout/lProcess2"/>
    <dgm:cxn modelId="{B9DE33AB-2189-4856-B0BD-D627AB827239}" type="presParOf" srcId="{E7647B40-F6B2-4063-BB07-1B727BAAF39B}" destId="{FDC5A0D1-D156-4A9A-AB6D-7BCE12A26A67}" srcOrd="0" destOrd="0" presId="urn:microsoft.com/office/officeart/2005/8/layout/lProcess2"/>
    <dgm:cxn modelId="{38078555-3B98-45F8-B72E-14B8D9030EB6}" type="presParOf" srcId="{E7647B40-F6B2-4063-BB07-1B727BAAF39B}" destId="{CEE2BE50-C821-4897-91E3-6AE8DED5AF60}" srcOrd="1" destOrd="0" presId="urn:microsoft.com/office/officeart/2005/8/layout/lProcess2"/>
    <dgm:cxn modelId="{655E8D3C-F36C-45DA-A6DF-5E45F7733770}" type="presParOf" srcId="{E7647B40-F6B2-4063-BB07-1B727BAAF39B}" destId="{4788D5A4-11E6-42D2-9058-A9149AF71FF3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8AC850-9002-4508-8D52-C1CF80473742}">
      <dsp:nvSpPr>
        <dsp:cNvPr id="0" name=""/>
        <dsp:cNvSpPr/>
      </dsp:nvSpPr>
      <dsp:spPr>
        <a:xfrm>
          <a:off x="0" y="12380"/>
          <a:ext cx="9628910" cy="643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✔ Analyze hotel booking data and revenue performance</a:t>
          </a:r>
          <a:endParaRPr lang="en-IN" sz="2500" kern="1200"/>
        </a:p>
      </dsp:txBody>
      <dsp:txXfrm>
        <a:off x="31413" y="43793"/>
        <a:ext cx="9566084" cy="580674"/>
      </dsp:txXfrm>
    </dsp:sp>
    <dsp:sp modelId="{3F983767-E3E0-4E34-9E27-483048F57DCF}">
      <dsp:nvSpPr>
        <dsp:cNvPr id="0" name=""/>
        <dsp:cNvSpPr/>
      </dsp:nvSpPr>
      <dsp:spPr>
        <a:xfrm>
          <a:off x="0" y="727880"/>
          <a:ext cx="9628910" cy="643500"/>
        </a:xfrm>
        <a:prstGeom prst="roundRect">
          <a:avLst/>
        </a:prstGeom>
        <a:solidFill>
          <a:schemeClr val="accent5">
            <a:hueOff val="868919"/>
            <a:satOff val="-1467"/>
            <a:lumOff val="-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✔ Identify key customer and booking channel insights</a:t>
          </a:r>
          <a:endParaRPr lang="en-IN" sz="2500" kern="1200"/>
        </a:p>
      </dsp:txBody>
      <dsp:txXfrm>
        <a:off x="31413" y="759293"/>
        <a:ext cx="9566084" cy="580674"/>
      </dsp:txXfrm>
    </dsp:sp>
    <dsp:sp modelId="{7E69CD32-30AF-4584-A151-13E3C6AD1E14}">
      <dsp:nvSpPr>
        <dsp:cNvPr id="0" name=""/>
        <dsp:cNvSpPr/>
      </dsp:nvSpPr>
      <dsp:spPr>
        <a:xfrm>
          <a:off x="0" y="1443380"/>
          <a:ext cx="9628910" cy="643500"/>
        </a:xfrm>
        <a:prstGeom prst="roundRect">
          <a:avLst/>
        </a:prstGeom>
        <a:solidFill>
          <a:schemeClr val="accent5">
            <a:hueOff val="1737838"/>
            <a:satOff val="-2935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✔ Understand occupancy and pricing patterns</a:t>
          </a:r>
          <a:endParaRPr lang="en-IN" sz="2500" kern="1200"/>
        </a:p>
      </dsp:txBody>
      <dsp:txXfrm>
        <a:off x="31413" y="1474793"/>
        <a:ext cx="9566084" cy="580674"/>
      </dsp:txXfrm>
    </dsp:sp>
    <dsp:sp modelId="{A80242DC-FBFC-4A53-B22D-AE00D2EE7305}">
      <dsp:nvSpPr>
        <dsp:cNvPr id="0" name=""/>
        <dsp:cNvSpPr/>
      </dsp:nvSpPr>
      <dsp:spPr>
        <a:xfrm>
          <a:off x="0" y="2158880"/>
          <a:ext cx="9628910" cy="643500"/>
        </a:xfrm>
        <a:prstGeom prst="roundRect">
          <a:avLst/>
        </a:prstGeom>
        <a:solidFill>
          <a:schemeClr val="accent5">
            <a:hueOff val="2606756"/>
            <a:satOff val="-4402"/>
            <a:lumOff val="-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✔ Detect cancellation behavior and risks</a:t>
          </a:r>
          <a:endParaRPr lang="en-IN" sz="2500" kern="1200"/>
        </a:p>
      </dsp:txBody>
      <dsp:txXfrm>
        <a:off x="31413" y="2190293"/>
        <a:ext cx="9566084" cy="580674"/>
      </dsp:txXfrm>
    </dsp:sp>
    <dsp:sp modelId="{7B00EA4C-25F9-4D7D-98F4-7BE3BD61F773}">
      <dsp:nvSpPr>
        <dsp:cNvPr id="0" name=""/>
        <dsp:cNvSpPr/>
      </dsp:nvSpPr>
      <dsp:spPr>
        <a:xfrm>
          <a:off x="0" y="2874380"/>
          <a:ext cx="9628910" cy="643500"/>
        </a:xfrm>
        <a:prstGeom prst="roundRect">
          <a:avLst/>
        </a:prstGeom>
        <a:solidFill>
          <a:schemeClr val="accent5">
            <a:hueOff val="3475675"/>
            <a:satOff val="-5869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✔ Provide business insights using Power BI dashboard</a:t>
          </a:r>
          <a:endParaRPr lang="en-IN" sz="2500" kern="1200"/>
        </a:p>
      </dsp:txBody>
      <dsp:txXfrm>
        <a:off x="31413" y="2905793"/>
        <a:ext cx="9566084" cy="580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D9181-7C4D-4A63-AC2F-55C7C9CE7D3A}">
      <dsp:nvSpPr>
        <dsp:cNvPr id="0" name=""/>
        <dsp:cNvSpPr/>
      </dsp:nvSpPr>
      <dsp:spPr>
        <a:xfrm>
          <a:off x="-5439195" y="-833269"/>
          <a:ext cx="6479731" cy="6479731"/>
        </a:xfrm>
        <a:prstGeom prst="blockArc">
          <a:avLst>
            <a:gd name="adj1" fmla="val 18900000"/>
            <a:gd name="adj2" fmla="val 2700000"/>
            <a:gd name="adj3" fmla="val 333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1EC032-93DA-42D5-AEAF-0F708A299A96}">
      <dsp:nvSpPr>
        <dsp:cNvPr id="0" name=""/>
        <dsp:cNvSpPr/>
      </dsp:nvSpPr>
      <dsp:spPr>
        <a:xfrm>
          <a:off x="337645" y="218807"/>
          <a:ext cx="10765279" cy="43742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Dataset: Hotel Booking Demand Dataset</a:t>
          </a:r>
          <a:endParaRPr lang="en-IN" sz="2100" kern="1200" dirty="0"/>
        </a:p>
      </dsp:txBody>
      <dsp:txXfrm>
        <a:off x="337645" y="218807"/>
        <a:ext cx="10765279" cy="437422"/>
      </dsp:txXfrm>
    </dsp:sp>
    <dsp:sp modelId="{08E54166-C210-4DED-BC73-E8F4FF838654}">
      <dsp:nvSpPr>
        <dsp:cNvPr id="0" name=""/>
        <dsp:cNvSpPr/>
      </dsp:nvSpPr>
      <dsp:spPr>
        <a:xfrm>
          <a:off x="64256" y="164129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CF45BED-90C1-4158-8B07-9F0A1783C9C2}">
      <dsp:nvSpPr>
        <dsp:cNvPr id="0" name=""/>
        <dsp:cNvSpPr/>
      </dsp:nvSpPr>
      <dsp:spPr>
        <a:xfrm>
          <a:off x="733771" y="875327"/>
          <a:ext cx="10369153" cy="437422"/>
        </a:xfrm>
        <a:prstGeom prst="rect">
          <a:avLst/>
        </a:prstGeom>
        <a:gradFill rotWithShape="0">
          <a:gsLst>
            <a:gs pos="0">
              <a:schemeClr val="accent5">
                <a:hueOff val="579279"/>
                <a:satOff val="-978"/>
                <a:lumOff val="-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579279"/>
                <a:satOff val="-978"/>
                <a:lumOff val="-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579279"/>
                <a:satOff val="-978"/>
                <a:lumOff val="-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Source: Kaggle</a:t>
          </a:r>
          <a:endParaRPr lang="en-IN" sz="2100" kern="1200"/>
        </a:p>
      </dsp:txBody>
      <dsp:txXfrm>
        <a:off x="733771" y="875327"/>
        <a:ext cx="10369153" cy="437422"/>
      </dsp:txXfrm>
    </dsp:sp>
    <dsp:sp modelId="{84347C0F-D591-4AE0-BA3A-6C82898F9AC4}">
      <dsp:nvSpPr>
        <dsp:cNvPr id="0" name=""/>
        <dsp:cNvSpPr/>
      </dsp:nvSpPr>
      <dsp:spPr>
        <a:xfrm>
          <a:off x="460381" y="820649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579279"/>
              <a:satOff val="-978"/>
              <a:lumOff val="-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7317278A-3726-4D2C-96B3-C4C0EB4514F1}">
      <dsp:nvSpPr>
        <dsp:cNvPr id="0" name=""/>
        <dsp:cNvSpPr/>
      </dsp:nvSpPr>
      <dsp:spPr>
        <a:xfrm>
          <a:off x="950846" y="1531365"/>
          <a:ext cx="10152078" cy="437422"/>
        </a:xfrm>
        <a:prstGeom prst="rect">
          <a:avLst/>
        </a:prstGeom>
        <a:gradFill rotWithShape="0">
          <a:gsLst>
            <a:gs pos="0">
              <a:schemeClr val="accent5">
                <a:hueOff val="1158558"/>
                <a:satOff val="-1956"/>
                <a:lumOff val="-13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1158558"/>
                <a:satOff val="-1956"/>
                <a:lumOff val="-13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1158558"/>
                <a:satOff val="-1956"/>
                <a:lumOff val="-13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Records after cleaning: 117,399</a:t>
          </a:r>
          <a:endParaRPr lang="en-IN" sz="2100" kern="1200"/>
        </a:p>
      </dsp:txBody>
      <dsp:txXfrm>
        <a:off x="950846" y="1531365"/>
        <a:ext cx="10152078" cy="437422"/>
      </dsp:txXfrm>
    </dsp:sp>
    <dsp:sp modelId="{26E82334-2988-4E65-9356-8FC92DA757F7}">
      <dsp:nvSpPr>
        <dsp:cNvPr id="0" name=""/>
        <dsp:cNvSpPr/>
      </dsp:nvSpPr>
      <dsp:spPr>
        <a:xfrm>
          <a:off x="677456" y="1476687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1158558"/>
              <a:satOff val="-1956"/>
              <a:lumOff val="-13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3DD3FEA1-352E-4928-92F4-184E59BE8AE2}">
      <dsp:nvSpPr>
        <dsp:cNvPr id="0" name=""/>
        <dsp:cNvSpPr/>
      </dsp:nvSpPr>
      <dsp:spPr>
        <a:xfrm>
          <a:off x="1020156" y="2187885"/>
          <a:ext cx="10082768" cy="437422"/>
        </a:xfrm>
        <a:prstGeom prst="rect">
          <a:avLst/>
        </a:prstGeom>
        <a:gradFill rotWithShape="0">
          <a:gsLst>
            <a:gs pos="0">
              <a:schemeClr val="accent5">
                <a:hueOff val="1737838"/>
                <a:satOff val="-2935"/>
                <a:lumOff val="-196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1737838"/>
                <a:satOff val="-2935"/>
                <a:lumOff val="-196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1737838"/>
                <a:satOff val="-2935"/>
                <a:lumOff val="-196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Number of Features: 32</a:t>
          </a:r>
          <a:endParaRPr lang="en-IN" sz="2100" kern="1200"/>
        </a:p>
      </dsp:txBody>
      <dsp:txXfrm>
        <a:off x="1020156" y="2187885"/>
        <a:ext cx="10082768" cy="437422"/>
      </dsp:txXfrm>
    </dsp:sp>
    <dsp:sp modelId="{F5C91880-7972-4134-A976-07D1B1269B73}">
      <dsp:nvSpPr>
        <dsp:cNvPr id="0" name=""/>
        <dsp:cNvSpPr/>
      </dsp:nvSpPr>
      <dsp:spPr>
        <a:xfrm>
          <a:off x="746766" y="2133207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1737838"/>
              <a:satOff val="-2935"/>
              <a:lumOff val="-19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D93C042-02AA-47E4-9E8A-3BE8C56FBE88}">
      <dsp:nvSpPr>
        <dsp:cNvPr id="0" name=""/>
        <dsp:cNvSpPr/>
      </dsp:nvSpPr>
      <dsp:spPr>
        <a:xfrm>
          <a:off x="950846" y="2844404"/>
          <a:ext cx="10152078" cy="437422"/>
        </a:xfrm>
        <a:prstGeom prst="rect">
          <a:avLst/>
        </a:prstGeom>
        <a:gradFill rotWithShape="0">
          <a:gsLst>
            <a:gs pos="0">
              <a:schemeClr val="accent5">
                <a:hueOff val="2317117"/>
                <a:satOff val="-3913"/>
                <a:lumOff val="-261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2317117"/>
                <a:satOff val="-3913"/>
                <a:lumOff val="-261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2317117"/>
                <a:satOff val="-3913"/>
                <a:lumOff val="-261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Major Columns:</a:t>
          </a:r>
          <a:endParaRPr lang="en-IN" sz="2100" kern="1200"/>
        </a:p>
      </dsp:txBody>
      <dsp:txXfrm>
        <a:off x="950846" y="2844404"/>
        <a:ext cx="10152078" cy="437422"/>
      </dsp:txXfrm>
    </dsp:sp>
    <dsp:sp modelId="{F6C08CED-E9DA-46D8-837F-BB016B2B13CA}">
      <dsp:nvSpPr>
        <dsp:cNvPr id="0" name=""/>
        <dsp:cNvSpPr/>
      </dsp:nvSpPr>
      <dsp:spPr>
        <a:xfrm>
          <a:off x="677456" y="2789726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2317117"/>
              <a:satOff val="-3913"/>
              <a:lumOff val="-2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F187C2D-E73E-4715-8BA8-636879AA46B1}">
      <dsp:nvSpPr>
        <dsp:cNvPr id="0" name=""/>
        <dsp:cNvSpPr/>
      </dsp:nvSpPr>
      <dsp:spPr>
        <a:xfrm>
          <a:off x="733771" y="3500442"/>
          <a:ext cx="10369153" cy="437422"/>
        </a:xfrm>
        <a:prstGeom prst="rect">
          <a:avLst/>
        </a:prstGeom>
        <a:gradFill rotWithShape="0">
          <a:gsLst>
            <a:gs pos="0">
              <a:schemeClr val="accent5">
                <a:hueOff val="2896396"/>
                <a:satOff val="-4891"/>
                <a:lumOff val="-32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2896396"/>
                <a:satOff val="-4891"/>
                <a:lumOff val="-32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2896396"/>
                <a:satOff val="-4891"/>
                <a:lumOff val="-32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 Hotel, ADR, Total Nights, Market Segment, Customer Type</a:t>
          </a:r>
          <a:endParaRPr lang="en-IN" sz="2100" kern="1200" dirty="0"/>
        </a:p>
      </dsp:txBody>
      <dsp:txXfrm>
        <a:off x="733771" y="3500442"/>
        <a:ext cx="10369153" cy="437422"/>
      </dsp:txXfrm>
    </dsp:sp>
    <dsp:sp modelId="{278B1DBD-D1D7-43AF-87CB-712595B8C1FD}">
      <dsp:nvSpPr>
        <dsp:cNvPr id="0" name=""/>
        <dsp:cNvSpPr/>
      </dsp:nvSpPr>
      <dsp:spPr>
        <a:xfrm>
          <a:off x="460381" y="3445764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2896396"/>
              <a:satOff val="-4891"/>
              <a:lumOff val="-32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C1AA24A-1408-4D0F-AEE5-C04B0F00114C}">
      <dsp:nvSpPr>
        <dsp:cNvPr id="0" name=""/>
        <dsp:cNvSpPr/>
      </dsp:nvSpPr>
      <dsp:spPr>
        <a:xfrm>
          <a:off x="337645" y="4156962"/>
          <a:ext cx="10765279" cy="437422"/>
        </a:xfrm>
        <a:prstGeom prst="rect">
          <a:avLst/>
        </a:prstGeom>
        <a:gradFill rotWithShape="0">
          <a:gsLst>
            <a:gs pos="0">
              <a:schemeClr val="accent5">
                <a:hueOff val="3475675"/>
                <a:satOff val="-5869"/>
                <a:lumOff val="-39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3475675"/>
                <a:satOff val="-5869"/>
                <a:lumOff val="-39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3475675"/>
                <a:satOff val="-5869"/>
                <a:lumOff val="-39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472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 Arrival Dates, Distribution Channel, Reservation Status</a:t>
          </a:r>
          <a:endParaRPr lang="en-IN" sz="2100" kern="1200" dirty="0"/>
        </a:p>
      </dsp:txBody>
      <dsp:txXfrm>
        <a:off x="337645" y="4156962"/>
        <a:ext cx="10765279" cy="437422"/>
      </dsp:txXfrm>
    </dsp:sp>
    <dsp:sp modelId="{65B3AD69-9274-4922-80C1-2FF989398340}">
      <dsp:nvSpPr>
        <dsp:cNvPr id="0" name=""/>
        <dsp:cNvSpPr/>
      </dsp:nvSpPr>
      <dsp:spPr>
        <a:xfrm>
          <a:off x="64256" y="4102284"/>
          <a:ext cx="546778" cy="546778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3475675"/>
              <a:satOff val="-5869"/>
              <a:lumOff val="-39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88EFAE-0E12-4C80-A881-A9A387A4647B}">
      <dsp:nvSpPr>
        <dsp:cNvPr id="0" name=""/>
        <dsp:cNvSpPr/>
      </dsp:nvSpPr>
      <dsp:spPr>
        <a:xfrm>
          <a:off x="0" y="0"/>
          <a:ext cx="7764810" cy="733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Data Cleaning Performed:</a:t>
          </a:r>
          <a:endParaRPr lang="en-IN" sz="2100" kern="1200"/>
        </a:p>
      </dsp:txBody>
      <dsp:txXfrm>
        <a:off x="21489" y="21489"/>
        <a:ext cx="6887243" cy="690727"/>
      </dsp:txXfrm>
    </dsp:sp>
    <dsp:sp modelId="{B0E0B21E-6A7E-4781-BDA9-8FA11BB6B8D7}">
      <dsp:nvSpPr>
        <dsp:cNvPr id="0" name=""/>
        <dsp:cNvSpPr/>
      </dsp:nvSpPr>
      <dsp:spPr>
        <a:xfrm>
          <a:off x="579839" y="835608"/>
          <a:ext cx="7764810" cy="733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70917"/>
                <a:satOff val="-256"/>
                <a:lumOff val="78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470917"/>
                <a:satOff val="-256"/>
                <a:lumOff val="78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470917"/>
                <a:satOff val="-256"/>
                <a:lumOff val="78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 Removed rows with zero guests (invalid records)</a:t>
          </a:r>
          <a:endParaRPr lang="en-IN" sz="2100" kern="1200" dirty="0"/>
        </a:p>
      </dsp:txBody>
      <dsp:txXfrm>
        <a:off x="601328" y="857097"/>
        <a:ext cx="6665084" cy="690727"/>
      </dsp:txXfrm>
    </dsp:sp>
    <dsp:sp modelId="{A74FD19A-D0C7-4DBE-95CF-4116EAC0465E}">
      <dsp:nvSpPr>
        <dsp:cNvPr id="0" name=""/>
        <dsp:cNvSpPr/>
      </dsp:nvSpPr>
      <dsp:spPr>
        <a:xfrm>
          <a:off x="1159679" y="1671216"/>
          <a:ext cx="7764810" cy="733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941835"/>
                <a:satOff val="-512"/>
                <a:lumOff val="156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941835"/>
                <a:satOff val="-512"/>
                <a:lumOff val="156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941835"/>
                <a:satOff val="-512"/>
                <a:lumOff val="156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 Removed rows with ADR = 0 (incorrect revenue data)</a:t>
          </a:r>
          <a:endParaRPr lang="en-IN" sz="2100" kern="1200" dirty="0"/>
        </a:p>
      </dsp:txBody>
      <dsp:txXfrm>
        <a:off x="1181168" y="1692705"/>
        <a:ext cx="6665084" cy="690727"/>
      </dsp:txXfrm>
    </dsp:sp>
    <dsp:sp modelId="{E7240B21-3223-4498-AD69-00590FD2ADAB}">
      <dsp:nvSpPr>
        <dsp:cNvPr id="0" name=""/>
        <dsp:cNvSpPr/>
      </dsp:nvSpPr>
      <dsp:spPr>
        <a:xfrm>
          <a:off x="1739519" y="2506825"/>
          <a:ext cx="7764810" cy="733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412752"/>
                <a:satOff val="-768"/>
                <a:lumOff val="235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412752"/>
                <a:satOff val="-768"/>
                <a:lumOff val="235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412752"/>
                <a:satOff val="-768"/>
                <a:lumOff val="235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 Filled missing values (Children, Agent, Company, Country)</a:t>
          </a:r>
          <a:endParaRPr lang="en-IN" sz="2100" kern="1200" dirty="0"/>
        </a:p>
      </dsp:txBody>
      <dsp:txXfrm>
        <a:off x="1761008" y="2528314"/>
        <a:ext cx="6665084" cy="690727"/>
      </dsp:txXfrm>
    </dsp:sp>
    <dsp:sp modelId="{58C8FDE6-B5CE-4C15-B77E-190F7E6F20AC}">
      <dsp:nvSpPr>
        <dsp:cNvPr id="0" name=""/>
        <dsp:cNvSpPr/>
      </dsp:nvSpPr>
      <dsp:spPr>
        <a:xfrm>
          <a:off x="2319359" y="3342433"/>
          <a:ext cx="7764810" cy="733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883669"/>
                <a:satOff val="-1024"/>
                <a:lumOff val="313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883669"/>
                <a:satOff val="-1024"/>
                <a:lumOff val="313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883669"/>
                <a:satOff val="-1024"/>
                <a:lumOff val="313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 Created new analytical features:</a:t>
          </a:r>
          <a:endParaRPr lang="en-IN" sz="2100" kern="1200" dirty="0"/>
        </a:p>
      </dsp:txBody>
      <dsp:txXfrm>
        <a:off x="2340848" y="3363922"/>
        <a:ext cx="6665084" cy="690727"/>
      </dsp:txXfrm>
    </dsp:sp>
    <dsp:sp modelId="{0CF11DA8-7737-4D19-92C8-42DD6A18889A}">
      <dsp:nvSpPr>
        <dsp:cNvPr id="0" name=""/>
        <dsp:cNvSpPr/>
      </dsp:nvSpPr>
      <dsp:spPr>
        <a:xfrm>
          <a:off x="7287902" y="536012"/>
          <a:ext cx="476908" cy="476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7395206" y="536012"/>
        <a:ext cx="262300" cy="358873"/>
      </dsp:txXfrm>
    </dsp:sp>
    <dsp:sp modelId="{3D87FDCF-8E10-43C8-B314-DD9ECBAAF5B9}">
      <dsp:nvSpPr>
        <dsp:cNvPr id="0" name=""/>
        <dsp:cNvSpPr/>
      </dsp:nvSpPr>
      <dsp:spPr>
        <a:xfrm>
          <a:off x="7867742" y="1371620"/>
          <a:ext cx="476908" cy="476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563356"/>
            <a:satOff val="-114"/>
            <a:lumOff val="314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563356"/>
              <a:satOff val="-114"/>
              <a:lumOff val="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7975046" y="1371620"/>
        <a:ext cx="262300" cy="358873"/>
      </dsp:txXfrm>
    </dsp:sp>
    <dsp:sp modelId="{35FCAA33-B4EA-4160-82B0-7516269769E0}">
      <dsp:nvSpPr>
        <dsp:cNvPr id="0" name=""/>
        <dsp:cNvSpPr/>
      </dsp:nvSpPr>
      <dsp:spPr>
        <a:xfrm>
          <a:off x="8447582" y="2195000"/>
          <a:ext cx="476908" cy="476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1126711"/>
            <a:satOff val="-229"/>
            <a:lumOff val="628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1126711"/>
              <a:satOff val="-229"/>
              <a:lumOff val="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8554886" y="2195000"/>
        <a:ext cx="262300" cy="358873"/>
      </dsp:txXfrm>
    </dsp:sp>
    <dsp:sp modelId="{A5BFE161-5281-4518-9DD0-3889A7838C74}">
      <dsp:nvSpPr>
        <dsp:cNvPr id="0" name=""/>
        <dsp:cNvSpPr/>
      </dsp:nvSpPr>
      <dsp:spPr>
        <a:xfrm>
          <a:off x="9027421" y="3038761"/>
          <a:ext cx="476908" cy="47690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1690067"/>
            <a:satOff val="-343"/>
            <a:lumOff val="942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1690067"/>
              <a:satOff val="-343"/>
              <a:lumOff val="9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>
        <a:off x="9134725" y="3038761"/>
        <a:ext cx="262300" cy="3588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EAD28-61A3-4CAC-9F9D-BB77BCB66DFB}">
      <dsp:nvSpPr>
        <dsp:cNvPr id="0" name=""/>
        <dsp:cNvSpPr/>
      </dsp:nvSpPr>
      <dsp:spPr>
        <a:xfrm>
          <a:off x="0" y="466528"/>
          <a:ext cx="10778835" cy="4658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6557" tIns="604012" rIns="836557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/>
            <a:t>City Hotel generates higher overall revenue</a:t>
          </a: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/>
            <a:t> Online (OTA) bookings bring more revenue but also more cancellations</a:t>
          </a: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/>
            <a:t>Transient customers contribute highest room nights and revenue</a:t>
          </a: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/>
            <a:t>Pricing varies with season and customer category</a:t>
          </a:r>
          <a:endParaRPr lang="en-IN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/>
            <a:t>Distribution channel strongly impacts occupancy and revenue performance</a:t>
          </a:r>
          <a:endParaRPr lang="en-IN" sz="2900" kern="1200" dirty="0"/>
        </a:p>
      </dsp:txBody>
      <dsp:txXfrm>
        <a:off x="0" y="466528"/>
        <a:ext cx="10778835" cy="4658850"/>
      </dsp:txXfrm>
    </dsp:sp>
    <dsp:sp modelId="{6083B68B-5CC6-4D0A-B307-C9D0AFAB9128}">
      <dsp:nvSpPr>
        <dsp:cNvPr id="0" name=""/>
        <dsp:cNvSpPr/>
      </dsp:nvSpPr>
      <dsp:spPr>
        <a:xfrm>
          <a:off x="538941" y="38488"/>
          <a:ext cx="7545184" cy="8560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190" tIns="0" rIns="28519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Key Insights:</a:t>
          </a:r>
          <a:endParaRPr lang="en-IN" sz="2900" kern="1200"/>
        </a:p>
      </dsp:txBody>
      <dsp:txXfrm>
        <a:off x="580731" y="80278"/>
        <a:ext cx="7461604" cy="77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31075-4480-45B4-BBAE-F2B8D48A118B}">
      <dsp:nvSpPr>
        <dsp:cNvPr id="0" name=""/>
        <dsp:cNvSpPr/>
      </dsp:nvSpPr>
      <dsp:spPr>
        <a:xfrm>
          <a:off x="5315" y="0"/>
          <a:ext cx="5113513" cy="378565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kern="1200"/>
            <a:t>Conclusion:</a:t>
          </a:r>
          <a:endParaRPr lang="en-IN" sz="4900" kern="1200"/>
        </a:p>
      </dsp:txBody>
      <dsp:txXfrm>
        <a:off x="5315" y="0"/>
        <a:ext cx="5113513" cy="1135695"/>
      </dsp:txXfrm>
    </dsp:sp>
    <dsp:sp modelId="{007D3627-4234-468D-9343-A01D4C7CF7CF}">
      <dsp:nvSpPr>
        <dsp:cNvPr id="0" name=""/>
        <dsp:cNvSpPr/>
      </dsp:nvSpPr>
      <dsp:spPr>
        <a:xfrm>
          <a:off x="516667" y="1135788"/>
          <a:ext cx="4090810" cy="5514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Revenue analysis helps optimize pricing and demand strategy</a:t>
          </a:r>
          <a:endParaRPr lang="en-IN" sz="1500" kern="1200" dirty="0"/>
        </a:p>
      </dsp:txBody>
      <dsp:txXfrm>
        <a:off x="532820" y="1151941"/>
        <a:ext cx="4058504" cy="519182"/>
      </dsp:txXfrm>
    </dsp:sp>
    <dsp:sp modelId="{4E12F950-CD85-492B-A4CD-DFB5FE6C0DFA}">
      <dsp:nvSpPr>
        <dsp:cNvPr id="0" name=""/>
        <dsp:cNvSpPr/>
      </dsp:nvSpPr>
      <dsp:spPr>
        <a:xfrm>
          <a:off x="516667" y="1772121"/>
          <a:ext cx="4090810" cy="5514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695135"/>
                <a:satOff val="-1174"/>
                <a:lumOff val="-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695135"/>
                <a:satOff val="-1174"/>
                <a:lumOff val="-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695135"/>
                <a:satOff val="-1174"/>
                <a:lumOff val="-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Business should control OTA cancellations and focus on Direct bookings</a:t>
          </a:r>
          <a:endParaRPr lang="en-IN" sz="1500" kern="1200" dirty="0"/>
        </a:p>
      </dsp:txBody>
      <dsp:txXfrm>
        <a:off x="532820" y="1788274"/>
        <a:ext cx="4058504" cy="519182"/>
      </dsp:txXfrm>
    </dsp:sp>
    <dsp:sp modelId="{B79B7399-D466-44DA-BF92-D73833CD916B}">
      <dsp:nvSpPr>
        <dsp:cNvPr id="0" name=""/>
        <dsp:cNvSpPr/>
      </dsp:nvSpPr>
      <dsp:spPr>
        <a:xfrm>
          <a:off x="516667" y="2408454"/>
          <a:ext cx="4090810" cy="5514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390270"/>
                <a:satOff val="-2348"/>
                <a:lumOff val="-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390270"/>
                <a:satOff val="-2348"/>
                <a:lumOff val="-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390270"/>
                <a:satOff val="-2348"/>
                <a:lumOff val="-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Loyalty and promotional programs can target Transient customers</a:t>
          </a:r>
          <a:endParaRPr lang="en-IN" sz="1500" kern="1200" dirty="0"/>
        </a:p>
      </dsp:txBody>
      <dsp:txXfrm>
        <a:off x="532820" y="2424607"/>
        <a:ext cx="4058504" cy="519182"/>
      </dsp:txXfrm>
    </dsp:sp>
    <dsp:sp modelId="{AC6309E3-4DF0-4DEE-ACB2-F83F882E14DB}">
      <dsp:nvSpPr>
        <dsp:cNvPr id="0" name=""/>
        <dsp:cNvSpPr/>
      </dsp:nvSpPr>
      <dsp:spPr>
        <a:xfrm>
          <a:off x="516667" y="3044788"/>
          <a:ext cx="4090810" cy="5514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085405"/>
                <a:satOff val="-3521"/>
                <a:lumOff val="-2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085405"/>
                <a:satOff val="-3521"/>
                <a:lumOff val="-2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085405"/>
                <a:satOff val="-3521"/>
                <a:lumOff val="-2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Seasonal patterns can help forecast resource planning</a:t>
          </a:r>
          <a:endParaRPr lang="en-IN" sz="1500" kern="1200" dirty="0"/>
        </a:p>
      </dsp:txBody>
      <dsp:txXfrm>
        <a:off x="532820" y="3060941"/>
        <a:ext cx="4058504" cy="519182"/>
      </dsp:txXfrm>
    </dsp:sp>
    <dsp:sp modelId="{B33DFA37-E0AA-49CD-AB1B-40E0B1F7B852}">
      <dsp:nvSpPr>
        <dsp:cNvPr id="0" name=""/>
        <dsp:cNvSpPr/>
      </dsp:nvSpPr>
      <dsp:spPr>
        <a:xfrm>
          <a:off x="5502342" y="0"/>
          <a:ext cx="5113513" cy="3785652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b="1" kern="1200" dirty="0"/>
            <a:t>Future Scope:</a:t>
          </a:r>
          <a:endParaRPr lang="en-IN" sz="4900" kern="1200" dirty="0"/>
        </a:p>
      </dsp:txBody>
      <dsp:txXfrm>
        <a:off x="5502342" y="0"/>
        <a:ext cx="5113513" cy="1135695"/>
      </dsp:txXfrm>
    </dsp:sp>
    <dsp:sp modelId="{FDC5A0D1-D156-4A9A-AB6D-7BCE12A26A67}">
      <dsp:nvSpPr>
        <dsp:cNvPr id="0" name=""/>
        <dsp:cNvSpPr/>
      </dsp:nvSpPr>
      <dsp:spPr>
        <a:xfrm>
          <a:off x="6013694" y="1136804"/>
          <a:ext cx="4090810" cy="11414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780540"/>
                <a:satOff val="-4695"/>
                <a:lumOff val="-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780540"/>
                <a:satOff val="-4695"/>
                <a:lumOff val="-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780540"/>
                <a:satOff val="-4695"/>
                <a:lumOff val="-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Include API for real-time data updates</a:t>
          </a:r>
          <a:endParaRPr lang="en-IN" sz="1500" kern="1200" dirty="0"/>
        </a:p>
      </dsp:txBody>
      <dsp:txXfrm>
        <a:off x="6047125" y="1170235"/>
        <a:ext cx="4023948" cy="1074563"/>
      </dsp:txXfrm>
    </dsp:sp>
    <dsp:sp modelId="{4788D5A4-11E6-42D2-9058-A9149AF71FF3}">
      <dsp:nvSpPr>
        <dsp:cNvPr id="0" name=""/>
        <dsp:cNvSpPr/>
      </dsp:nvSpPr>
      <dsp:spPr>
        <a:xfrm>
          <a:off x="6013694" y="2453834"/>
          <a:ext cx="4090810" cy="11414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3475675"/>
                <a:satOff val="-5869"/>
                <a:lumOff val="-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475675"/>
                <a:satOff val="-5869"/>
                <a:lumOff val="-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475675"/>
                <a:satOff val="-5869"/>
                <a:lumOff val="-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 Add cost/profit analysis for financial accuracy</a:t>
          </a:r>
          <a:endParaRPr lang="en-IN" sz="1500" kern="1200" dirty="0"/>
        </a:p>
      </dsp:txBody>
      <dsp:txXfrm>
        <a:off x="6047125" y="2487265"/>
        <a:ext cx="4023948" cy="1074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7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54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924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084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068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38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4883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6554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35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751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92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4074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31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865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743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55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50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13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71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526E850B-FE90-4714-88A5-7C7FCD6148A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45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9BB9-0316-E4CD-8297-C6D650F5E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1025236"/>
            <a:ext cx="9921240" cy="2632364"/>
          </a:xfrm>
        </p:spPr>
        <p:txBody>
          <a:bodyPr/>
          <a:lstStyle/>
          <a:p>
            <a:r>
              <a:rPr lang="en-US" dirty="0"/>
              <a:t>AI Hotel Revenue Performance Analysis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BDC0A-D89D-70E7-3921-5F18FF5A6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 – Data Analysis Project</a:t>
            </a:r>
          </a:p>
          <a:p>
            <a:r>
              <a:rPr lang="en-US" dirty="0"/>
              <a:t>Presented by Bhavesh Santoshkumar Tupe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7764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808C-9785-7BEB-2489-523187BE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447252"/>
            <a:ext cx="8878824" cy="1069848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3C923C-EE6F-8791-3874-B54F91B8A866}"/>
              </a:ext>
            </a:extLst>
          </p:cNvPr>
          <p:cNvSpPr txBox="1"/>
          <p:nvPr/>
        </p:nvSpPr>
        <p:spPr>
          <a:xfrm>
            <a:off x="1545336" y="1720840"/>
            <a:ext cx="101479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Hotels face challenges in identifying and analyzing revenue-driving factors such as: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Seasonal fluctuations in bookings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Pricing and revenue performance (ADR, RevPAR)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Customer types and demand </a:t>
            </a:r>
            <a:r>
              <a:rPr lang="en-IN" sz="2400" b="1" dirty="0" err="1">
                <a:solidFill>
                  <a:schemeClr val="bg1"/>
                </a:solidFill>
              </a:rPr>
              <a:t>behavior</a:t>
            </a:r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Effectiveness of booking channels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High cancellation impact on revenue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The goal is to build an interactive dashboard to </a:t>
            </a:r>
            <a:r>
              <a:rPr lang="en-IN" sz="2400" b="1" dirty="0" err="1">
                <a:solidFill>
                  <a:schemeClr val="bg1"/>
                </a:solidFill>
              </a:rPr>
              <a:t>analyze</a:t>
            </a:r>
            <a:r>
              <a:rPr lang="en-IN" sz="2400" b="1" dirty="0">
                <a:solidFill>
                  <a:schemeClr val="bg1"/>
                </a:solidFill>
              </a:rPr>
              <a:t> key insights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and support hotel management in revenue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728610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808C-9785-7BEB-2489-523187BE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229C87B-3EB8-6FC3-84A7-C7C4843713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3951434"/>
              </p:ext>
            </p:extLst>
          </p:nvPr>
        </p:nvGraphicFramePr>
        <p:xfrm>
          <a:off x="1440873" y="2219375"/>
          <a:ext cx="9628910" cy="3530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1089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68AC850-9002-4508-8D52-C1CF80473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668AC850-9002-4508-8D52-C1CF80473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668AC850-9002-4508-8D52-C1CF804737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F983767-E3E0-4E34-9E27-483048F57D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3F983767-E3E0-4E34-9E27-483048F57D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3F983767-E3E0-4E34-9E27-483048F57D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E69CD32-30AF-4584-A151-13E3C6AD1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7E69CD32-30AF-4584-A151-13E3C6AD1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7E69CD32-30AF-4584-A151-13E3C6AD1E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0242DC-FBFC-4A53-B22D-AE00D2EE7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A80242DC-FBFC-4A53-B22D-AE00D2EE7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A80242DC-FBFC-4A53-B22D-AE00D2EE73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00EA4C-25F9-4D7D-98F4-7BE3BD61F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7B00EA4C-25F9-4D7D-98F4-7BE3BD61F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7B00EA4C-25F9-4D7D-98F4-7BE3BD61F7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808C-9785-7BEB-2489-523187BEA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481" y="421178"/>
            <a:ext cx="8878824" cy="1069848"/>
          </a:xfrm>
        </p:spPr>
        <p:txBody>
          <a:bodyPr/>
          <a:lstStyle/>
          <a:p>
            <a:r>
              <a:rPr lang="en-IN" dirty="0"/>
              <a:t>Dataset Source &amp; Metadata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41ECE39-3C33-A588-F099-0FF0680D0D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352537"/>
              </p:ext>
            </p:extLst>
          </p:nvPr>
        </p:nvGraphicFramePr>
        <p:xfrm>
          <a:off x="761583" y="1623629"/>
          <a:ext cx="11167181" cy="4813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2833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44D9181-7C4D-4A63-AC2F-55C7C9CE7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944D9181-7C4D-4A63-AC2F-55C7C9CE7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944D9181-7C4D-4A63-AC2F-55C7C9CE7D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8E54166-C210-4DED-BC73-E8F4FF8386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08E54166-C210-4DED-BC73-E8F4FF8386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08E54166-C210-4DED-BC73-E8F4FF8386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1EC032-93DA-42D5-AEAF-0F708A299A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991EC032-93DA-42D5-AEAF-0F708A299A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991EC032-93DA-42D5-AEAF-0F708A299A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347C0F-D591-4AE0-BA3A-6C82898F9A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84347C0F-D591-4AE0-BA3A-6C82898F9A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84347C0F-D591-4AE0-BA3A-6C82898F9A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CF45BED-90C1-4158-8B07-9F0A1783C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7CF45BED-90C1-4158-8B07-9F0A1783C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7CF45BED-90C1-4158-8B07-9F0A1783C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E82334-2988-4E65-9356-8FC92DA75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26E82334-2988-4E65-9356-8FC92DA75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26E82334-2988-4E65-9356-8FC92DA75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317278A-3726-4D2C-96B3-C4C0EB45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7317278A-3726-4D2C-96B3-C4C0EB45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7317278A-3726-4D2C-96B3-C4C0EB45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C91880-7972-4134-A976-07D1B1269B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graphicEl>
                                              <a:dgm id="{F5C91880-7972-4134-A976-07D1B1269B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graphicEl>
                                              <a:dgm id="{F5C91880-7972-4134-A976-07D1B1269B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DD3FEA1-352E-4928-92F4-184E59BE8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graphicEl>
                                              <a:dgm id="{3DD3FEA1-352E-4928-92F4-184E59BE8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graphicEl>
                                              <a:dgm id="{3DD3FEA1-352E-4928-92F4-184E59BE8A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6C08CED-E9DA-46D8-837F-BB016B2B1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graphicEl>
                                              <a:dgm id="{F6C08CED-E9DA-46D8-837F-BB016B2B1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graphicEl>
                                              <a:dgm id="{F6C08CED-E9DA-46D8-837F-BB016B2B1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93C042-02AA-47E4-9E8A-3BE8C56FB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graphicEl>
                                              <a:dgm id="{BD93C042-02AA-47E4-9E8A-3BE8C56FB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graphicEl>
                                              <a:dgm id="{BD93C042-02AA-47E4-9E8A-3BE8C56FBE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8B1DBD-D1D7-43AF-87CB-712595B8C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graphicEl>
                                              <a:dgm id="{278B1DBD-D1D7-43AF-87CB-712595B8C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graphicEl>
                                              <a:dgm id="{278B1DBD-D1D7-43AF-87CB-712595B8C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187C2D-E73E-4715-8BA8-636879AA46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graphicEl>
                                              <a:dgm id="{1F187C2D-E73E-4715-8BA8-636879AA46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graphicEl>
                                              <a:dgm id="{1F187C2D-E73E-4715-8BA8-636879AA46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5B3AD69-9274-4922-80C1-2FF989398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65B3AD69-9274-4922-80C1-2FF989398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65B3AD69-9274-4922-80C1-2FF9893983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1AA24A-1408-4D0F-AEE5-C04B0F0011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graphicEl>
                                              <a:dgm id="{8C1AA24A-1408-4D0F-AEE5-C04B0F0011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graphicEl>
                                              <a:dgm id="{8C1AA24A-1408-4D0F-AEE5-C04B0F0011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B192-A1A0-C819-9B69-E853A67E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</a:t>
            </a:r>
          </a:p>
        </p:txBody>
      </p:sp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D5F26DB3-E53C-D70D-315D-EA0DBBDE22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873330"/>
              </p:ext>
            </p:extLst>
          </p:nvPr>
        </p:nvGraphicFramePr>
        <p:xfrm>
          <a:off x="921881" y="2144552"/>
          <a:ext cx="10084170" cy="407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7153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0688EFAE-0E12-4C80-A881-A9A387A464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>
                                            <p:graphicEl>
                                              <a:dgm id="{0688EFAE-0E12-4C80-A881-A9A387A464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>
                                            <p:graphicEl>
                                              <a:dgm id="{0688EFAE-0E12-4C80-A881-A9A387A464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>
                                            <p:graphicEl>
                                              <a:dgm id="{0688EFAE-0E12-4C80-A881-A9A387A464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0CF11DA8-7737-4D19-92C8-42DD6A188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>
                                            <p:graphicEl>
                                              <a:dgm id="{0CF11DA8-7737-4D19-92C8-42DD6A1888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>
                                            <p:graphicEl>
                                              <a:dgm id="{0CF11DA8-7737-4D19-92C8-42DD6A188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>
                                            <p:graphicEl>
                                              <a:dgm id="{0CF11DA8-7737-4D19-92C8-42DD6A1888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B0E0B21E-6A7E-4781-BDA9-8FA11BB6B8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>
                                            <p:graphicEl>
                                              <a:dgm id="{B0E0B21E-6A7E-4781-BDA9-8FA11BB6B8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>
                                            <p:graphicEl>
                                              <a:dgm id="{B0E0B21E-6A7E-4781-BDA9-8FA11BB6B8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>
                                            <p:graphicEl>
                                              <a:dgm id="{B0E0B21E-6A7E-4781-BDA9-8FA11BB6B8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3D87FDCF-8E10-43C8-B314-DD9ECBAAF5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>
                                            <p:graphicEl>
                                              <a:dgm id="{3D87FDCF-8E10-43C8-B314-DD9ECBAAF5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>
                                            <p:graphicEl>
                                              <a:dgm id="{3D87FDCF-8E10-43C8-B314-DD9ECBAAF5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>
                                            <p:graphicEl>
                                              <a:dgm id="{3D87FDCF-8E10-43C8-B314-DD9ECBAAF5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A74FD19A-D0C7-4DBE-95CF-4116EAC046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>
                                            <p:graphicEl>
                                              <a:dgm id="{A74FD19A-D0C7-4DBE-95CF-4116EAC046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>
                                            <p:graphicEl>
                                              <a:dgm id="{A74FD19A-D0C7-4DBE-95CF-4116EAC046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>
                                            <p:graphicEl>
                                              <a:dgm id="{A74FD19A-D0C7-4DBE-95CF-4116EAC046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35FCAA33-B4EA-4160-82B0-751626976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>
                                            <p:graphicEl>
                                              <a:dgm id="{35FCAA33-B4EA-4160-82B0-7516269769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graphicEl>
                                              <a:dgm id="{35FCAA33-B4EA-4160-82B0-751626976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>
                                            <p:graphicEl>
                                              <a:dgm id="{35FCAA33-B4EA-4160-82B0-751626976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E7240B21-3223-4498-AD69-00590FD2A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>
                                            <p:graphicEl>
                                              <a:dgm id="{E7240B21-3223-4498-AD69-00590FD2AD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>
                                            <p:graphicEl>
                                              <a:dgm id="{E7240B21-3223-4498-AD69-00590FD2A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>
                                            <p:graphicEl>
                                              <a:dgm id="{E7240B21-3223-4498-AD69-00590FD2AD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A5BFE161-5281-4518-9DD0-3889A7838C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>
                                            <p:graphicEl>
                                              <a:dgm id="{A5BFE161-5281-4518-9DD0-3889A7838C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>
                                            <p:graphicEl>
                                              <a:dgm id="{A5BFE161-5281-4518-9DD0-3889A7838C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>
                                            <p:graphicEl>
                                              <a:dgm id="{A5BFE161-5281-4518-9DD0-3889A7838C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58C8FDE6-B5CE-4C15-B77E-190F7E6F20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5">
                                            <p:graphicEl>
                                              <a:dgm id="{58C8FDE6-B5CE-4C15-B77E-190F7E6F20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">
                                            <p:graphicEl>
                                              <a:dgm id="{58C8FDE6-B5CE-4C15-B77E-190F7E6F20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>
                                            <p:graphicEl>
                                              <a:dgm id="{58C8FDE6-B5CE-4C15-B77E-190F7E6F20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EDA Visuals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23DE5-CF65-E83C-3D0E-930A601E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2" y="1744806"/>
            <a:ext cx="6104590" cy="393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E221CCF-2860-AA87-75D3-F6A4D0E29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418" y="1744806"/>
            <a:ext cx="4452334" cy="393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62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EDA Visuals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2DE984-C8F5-3069-1E87-1D8DA8D13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45" y="1989893"/>
            <a:ext cx="4898294" cy="328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BE623B1-CD18-7F98-4C8D-227B277D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982" y="1923384"/>
            <a:ext cx="5635752" cy="342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062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EDA Visuals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EA7A92-1570-E68F-AE91-3ABDE404A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62" y="1831847"/>
            <a:ext cx="5399838" cy="419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098E0AC-5019-2E3A-B481-2464698BC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072" y="2267745"/>
            <a:ext cx="5783178" cy="3322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014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hotel revenue dashboard&#10;&#10;AI-generated content may be incorrect.">
            <a:extLst>
              <a:ext uri="{FF2B5EF4-FFF2-40B4-BE49-F238E27FC236}">
                <a16:creationId xmlns:a16="http://schemas.microsoft.com/office/drawing/2014/main" id="{E5C2C24C-92EE-22A7-B7D9-82EC9EFD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1" b="4747"/>
          <a:stretch/>
        </p:blipFill>
        <p:spPr>
          <a:xfrm>
            <a:off x="113489" y="159327"/>
            <a:ext cx="11965021" cy="65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81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28" y="208649"/>
            <a:ext cx="10881360" cy="1069848"/>
          </a:xfrm>
        </p:spPr>
        <p:txBody>
          <a:bodyPr/>
          <a:lstStyle/>
          <a:p>
            <a:pPr algn="ctr"/>
            <a:r>
              <a:rPr lang="en-IN" dirty="0"/>
              <a:t>KPI Section</a:t>
            </a:r>
          </a:p>
        </p:txBody>
      </p:sp>
      <p:pic>
        <p:nvPicPr>
          <p:cNvPr id="4" name="Picture 3" descr="A screenshot of a hotel revenue dashboard&#10;&#10;AI-generated content may be incorrect.">
            <a:extLst>
              <a:ext uri="{FF2B5EF4-FFF2-40B4-BE49-F238E27FC236}">
                <a16:creationId xmlns:a16="http://schemas.microsoft.com/office/drawing/2014/main" id="{E5C2C24C-92EE-22A7-B7D9-82EC9EFD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95" b="70505"/>
          <a:stretch/>
        </p:blipFill>
        <p:spPr>
          <a:xfrm>
            <a:off x="113489" y="1278497"/>
            <a:ext cx="11965021" cy="1069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93731E-808F-CEB8-2605-A15DC08BD049}"/>
              </a:ext>
            </a:extLst>
          </p:cNvPr>
          <p:cNvSpPr txBox="1"/>
          <p:nvPr/>
        </p:nvSpPr>
        <p:spPr>
          <a:xfrm>
            <a:off x="914399" y="2967565"/>
            <a:ext cx="90054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Power BI KPIs Used: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Total Revenue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Total Bookings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Total Room Nights Sold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ADR (Average Daily Rate)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Occupancy Rate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RevPAR (Revenue per Available Room)</a:t>
            </a:r>
          </a:p>
        </p:txBody>
      </p:sp>
    </p:spTree>
    <p:extLst>
      <p:ext uri="{BB962C8B-B14F-4D97-AF65-F5344CB8AC3E}">
        <p14:creationId xmlns:p14="http://schemas.microsoft.com/office/powerpoint/2010/main" val="2526180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28" y="208649"/>
            <a:ext cx="10881360" cy="1069848"/>
          </a:xfrm>
        </p:spPr>
        <p:txBody>
          <a:bodyPr/>
          <a:lstStyle/>
          <a:p>
            <a:pPr algn="ctr"/>
            <a:r>
              <a:rPr lang="en-IN" dirty="0"/>
              <a:t>Power BI Charts Section</a:t>
            </a:r>
          </a:p>
        </p:txBody>
      </p:sp>
      <p:pic>
        <p:nvPicPr>
          <p:cNvPr id="4" name="Picture 3" descr="A screenshot of a hotel revenue dashboard&#10;&#10;AI-generated content may be incorrect.">
            <a:extLst>
              <a:ext uri="{FF2B5EF4-FFF2-40B4-BE49-F238E27FC236}">
                <a16:creationId xmlns:a16="http://schemas.microsoft.com/office/drawing/2014/main" id="{E5C2C24C-92EE-22A7-B7D9-82EC9EFD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35" t="31414" r="1831" b="4747"/>
          <a:stretch/>
        </p:blipFill>
        <p:spPr>
          <a:xfrm>
            <a:off x="1008728" y="1278497"/>
            <a:ext cx="10374443" cy="516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18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28" y="208649"/>
            <a:ext cx="10881360" cy="1069848"/>
          </a:xfrm>
        </p:spPr>
        <p:txBody>
          <a:bodyPr/>
          <a:lstStyle/>
          <a:p>
            <a:pPr algn="ctr"/>
            <a:r>
              <a:rPr lang="en-IN" dirty="0"/>
              <a:t>Power BI Charts Section</a:t>
            </a:r>
          </a:p>
        </p:txBody>
      </p:sp>
      <p:pic>
        <p:nvPicPr>
          <p:cNvPr id="4" name="Picture 3" descr="A screenshot of a hotel revenue dashboard&#10;&#10;AI-generated content may be incorrect.">
            <a:extLst>
              <a:ext uri="{FF2B5EF4-FFF2-40B4-BE49-F238E27FC236}">
                <a16:creationId xmlns:a16="http://schemas.microsoft.com/office/drawing/2014/main" id="{E5C2C24C-92EE-22A7-B7D9-82EC9EFD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29567" r="75814" b="29795"/>
          <a:stretch/>
        </p:blipFill>
        <p:spPr>
          <a:xfrm>
            <a:off x="1008729" y="1393371"/>
            <a:ext cx="4299242" cy="4397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D5E62C-63F3-960B-3233-F5EB016745B2}"/>
              </a:ext>
            </a:extLst>
          </p:cNvPr>
          <p:cNvSpPr txBox="1"/>
          <p:nvPr/>
        </p:nvSpPr>
        <p:spPr>
          <a:xfrm>
            <a:off x="6096000" y="2136338"/>
            <a:ext cx="533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Dashboard Filters/Slicers Applied: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Year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Hotel Type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Customer Type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Market Segment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These slicers allow users to dynamically explore different business scenarios.</a:t>
            </a:r>
          </a:p>
        </p:txBody>
      </p:sp>
    </p:spTree>
    <p:extLst>
      <p:ext uri="{BB962C8B-B14F-4D97-AF65-F5344CB8AC3E}">
        <p14:creationId xmlns:p14="http://schemas.microsoft.com/office/powerpoint/2010/main" val="1201777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28" y="208649"/>
            <a:ext cx="10881360" cy="1069848"/>
          </a:xfrm>
        </p:spPr>
        <p:txBody>
          <a:bodyPr/>
          <a:lstStyle/>
          <a:p>
            <a:pPr algn="ctr"/>
            <a:r>
              <a:rPr lang="en-IN" dirty="0"/>
              <a:t>Insights Summary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96DD718-F391-65CE-767B-F8EB6FB76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4236995"/>
              </p:ext>
            </p:extLst>
          </p:nvPr>
        </p:nvGraphicFramePr>
        <p:xfrm>
          <a:off x="734292" y="1278497"/>
          <a:ext cx="10778835" cy="516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32B8E29-F60D-01EE-8C9E-7801E65B1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68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AE3A-8976-073A-F011-76C3B16B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828" y="208649"/>
            <a:ext cx="10881360" cy="1069848"/>
          </a:xfrm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4CA280-3555-EEC0-2726-29CF977A48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253928"/>
              </p:ext>
            </p:extLst>
          </p:nvPr>
        </p:nvGraphicFramePr>
        <p:xfrm>
          <a:off x="785414" y="1748411"/>
          <a:ext cx="10621172" cy="3785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32B8E29-F60D-01EE-8C9E-7801E65B1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19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93AE-1DDD-301F-58FA-B2DBD545B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1501644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heme3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BA62AED9-7385-4E3C-8BA5-50F833172AD1}" vid="{D9E0AA7B-7EBE-45C9-8CD3-CDA6642BDF9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27</TotalTime>
  <Words>406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Segoe UI Light</vt:lpstr>
      <vt:lpstr>Tw Cen MT</vt:lpstr>
      <vt:lpstr>Theme3</vt:lpstr>
      <vt:lpstr>AI Hotel Revenue Performance Analysis Dashboard</vt:lpstr>
      <vt:lpstr>Problem Statement</vt:lpstr>
      <vt:lpstr>Project Objectives</vt:lpstr>
      <vt:lpstr>Dataset Source &amp; Metadata</vt:lpstr>
      <vt:lpstr>Data Cleaning</vt:lpstr>
      <vt:lpstr>EDA Visuals</vt:lpstr>
      <vt:lpstr>EDA Visuals</vt:lpstr>
      <vt:lpstr>EDA Visuals</vt:lpstr>
      <vt:lpstr>PowerPoint Presentation</vt:lpstr>
      <vt:lpstr>KPI Section</vt:lpstr>
      <vt:lpstr>Power BI Charts Section</vt:lpstr>
      <vt:lpstr>Power BI Charts Section</vt:lpstr>
      <vt:lpstr>Insights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Santoshkumar Tupe</dc:creator>
  <cp:lastModifiedBy>Bhavesh Santoshkumar Tupe</cp:lastModifiedBy>
  <cp:revision>30</cp:revision>
  <dcterms:created xsi:type="dcterms:W3CDTF">2025-11-30T07:06:13Z</dcterms:created>
  <dcterms:modified xsi:type="dcterms:W3CDTF">2025-11-30T07:34:07Z</dcterms:modified>
</cp:coreProperties>
</file>